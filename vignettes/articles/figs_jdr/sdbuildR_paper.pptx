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2" r:id="rId3"/>
    <p:sldId id="260" r:id="rId4"/>
    <p:sldId id="261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B4771A"/>
    <a:srgbClr val="0056A0"/>
    <a:srgbClr val="09B0AC"/>
    <a:srgbClr val="FFFFFF"/>
    <a:srgbClr val="CCA262"/>
    <a:srgbClr val="CCC568"/>
    <a:srgbClr val="7D0112"/>
    <a:srgbClr val="948A54"/>
    <a:srgbClr val="91B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 snapToObjects="1">
      <p:cViewPr varScale="1">
        <p:scale>
          <a:sx n="101" d="100"/>
          <a:sy n="101" d="100"/>
        </p:scale>
        <p:origin x="1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E2776B6-AF49-216A-73C3-6366121AC5C1}"/>
              </a:ext>
            </a:extLst>
          </p:cNvPr>
          <p:cNvSpPr>
            <a:spLocks noChangeAspect="1"/>
          </p:cNvSpPr>
          <p:nvPr/>
        </p:nvSpPr>
        <p:spPr>
          <a:xfrm>
            <a:off x="93246" y="1823272"/>
            <a:ext cx="4283228" cy="21695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1E69024A-A82A-0601-517E-787D561A873A}"/>
              </a:ext>
            </a:extLst>
          </p:cNvPr>
          <p:cNvSpPr/>
          <p:nvPr/>
        </p:nvSpPr>
        <p:spPr>
          <a:xfrm rot="4969210" flipH="1">
            <a:off x="2320180" y="2518838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411CE33-C709-85D1-18F4-CADE07F07D61}"/>
              </a:ext>
            </a:extLst>
          </p:cNvPr>
          <p:cNvSpPr>
            <a:spLocks noChangeAspect="1"/>
          </p:cNvSpPr>
          <p:nvPr/>
        </p:nvSpPr>
        <p:spPr>
          <a:xfrm rot="18902611">
            <a:off x="1645644" y="2975061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C7EBC2A0-4F96-615F-A79D-82CB08134E1F}"/>
              </a:ext>
            </a:extLst>
          </p:cNvPr>
          <p:cNvSpPr/>
          <p:nvPr/>
        </p:nvSpPr>
        <p:spPr>
          <a:xfrm rot="15656625" flipH="1" flipV="1">
            <a:off x="1979014" y="1931085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E624D2D-E3F4-8C6E-BA0C-C71349E9C09D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594562" y="2450433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2D329B8-BAAC-F3ED-9840-1D4F9B7F8F6C}"/>
              </a:ext>
            </a:extLst>
          </p:cNvPr>
          <p:cNvSpPr>
            <a:spLocks noChangeAspect="1"/>
          </p:cNvSpPr>
          <p:nvPr/>
        </p:nvSpPr>
        <p:spPr>
          <a:xfrm>
            <a:off x="2807642" y="220067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E487E147-435B-954C-32E5-1A254E2FA83D}"/>
              </a:ext>
            </a:extLst>
          </p:cNvPr>
          <p:cNvSpPr/>
          <p:nvPr/>
        </p:nvSpPr>
        <p:spPr>
          <a:xfrm rot="12418247" flipH="1">
            <a:off x="1132676" y="856456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028FE7E-6B84-336C-C440-7ED78A297E17}"/>
              </a:ext>
            </a:extLst>
          </p:cNvPr>
          <p:cNvSpPr>
            <a:spLocks noChangeAspect="1"/>
          </p:cNvSpPr>
          <p:nvPr/>
        </p:nvSpPr>
        <p:spPr>
          <a:xfrm rot="20801214" flipV="1">
            <a:off x="916469" y="1983264"/>
            <a:ext cx="240005" cy="216000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6399A1-B3D6-56A2-7A02-F817D75DF37E}"/>
              </a:ext>
            </a:extLst>
          </p:cNvPr>
          <p:cNvSpPr>
            <a:spLocks noChangeAspect="1"/>
          </p:cNvSpPr>
          <p:nvPr/>
        </p:nvSpPr>
        <p:spPr>
          <a:xfrm>
            <a:off x="310452" y="2200675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F47360-592F-51B5-D0A6-32708F803A99}"/>
              </a:ext>
            </a:extLst>
          </p:cNvPr>
          <p:cNvSpPr>
            <a:spLocks noChangeAspect="1"/>
          </p:cNvSpPr>
          <p:nvPr/>
        </p:nvSpPr>
        <p:spPr>
          <a:xfrm>
            <a:off x="5148339" y="56688"/>
            <a:ext cx="4613884" cy="420833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AE11DD45-7071-D66F-657C-D0E5099D66DB}"/>
              </a:ext>
            </a:extLst>
          </p:cNvPr>
          <p:cNvSpPr/>
          <p:nvPr/>
        </p:nvSpPr>
        <p:spPr>
          <a:xfrm rot="4969210" flipH="1">
            <a:off x="7531766" y="2518571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2C9878D-5841-50D6-5452-7C81927827C8}"/>
              </a:ext>
            </a:extLst>
          </p:cNvPr>
          <p:cNvSpPr>
            <a:spLocks noChangeAspect="1"/>
          </p:cNvSpPr>
          <p:nvPr/>
        </p:nvSpPr>
        <p:spPr>
          <a:xfrm rot="18902611">
            <a:off x="6857230" y="2974794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1AD1BA4C-B4A6-8347-318B-8AD2A99FB4D2}"/>
              </a:ext>
            </a:extLst>
          </p:cNvPr>
          <p:cNvSpPr/>
          <p:nvPr/>
        </p:nvSpPr>
        <p:spPr>
          <a:xfrm rot="15656625" flipH="1" flipV="1">
            <a:off x="7190600" y="1930818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7034397-5F4E-0D65-ABB2-17D83059A823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7806148" y="2450166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ADC97D-155D-93EB-4A1E-494E5D9A1C1D}"/>
              </a:ext>
            </a:extLst>
          </p:cNvPr>
          <p:cNvSpPr>
            <a:spLocks noChangeAspect="1"/>
          </p:cNvSpPr>
          <p:nvPr/>
        </p:nvSpPr>
        <p:spPr>
          <a:xfrm>
            <a:off x="8019228" y="2200407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4CD0D2D6-E489-20C5-992E-70F449028799}"/>
              </a:ext>
            </a:extLst>
          </p:cNvPr>
          <p:cNvSpPr/>
          <p:nvPr/>
        </p:nvSpPr>
        <p:spPr>
          <a:xfrm rot="12418247" flipH="1">
            <a:off x="6344262" y="856189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327F799-CEE5-2326-E19F-E8A78D71D04B}"/>
              </a:ext>
            </a:extLst>
          </p:cNvPr>
          <p:cNvSpPr>
            <a:spLocks noChangeAspect="1"/>
          </p:cNvSpPr>
          <p:nvPr/>
        </p:nvSpPr>
        <p:spPr>
          <a:xfrm rot="20801214" flipV="1">
            <a:off x="6128055" y="1982997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5A2BD324-AAED-6FE0-1497-33A97C3907E0}"/>
              </a:ext>
            </a:extLst>
          </p:cNvPr>
          <p:cNvSpPr/>
          <p:nvPr/>
        </p:nvSpPr>
        <p:spPr>
          <a:xfrm rot="12642956">
            <a:off x="6865074" y="1312360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8EF43A-BB92-0446-FF0C-4605679C2E40}"/>
              </a:ext>
            </a:extLst>
          </p:cNvPr>
          <p:cNvSpPr>
            <a:spLocks noChangeAspect="1"/>
          </p:cNvSpPr>
          <p:nvPr/>
        </p:nvSpPr>
        <p:spPr>
          <a:xfrm>
            <a:off x="6823446" y="15796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BB46BA-94CC-0705-6AF8-BAE45896728F}"/>
              </a:ext>
            </a:extLst>
          </p:cNvPr>
          <p:cNvSpPr>
            <a:spLocks noChangeAspect="1"/>
          </p:cNvSpPr>
          <p:nvPr/>
        </p:nvSpPr>
        <p:spPr>
          <a:xfrm>
            <a:off x="1611860" y="15823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6980911-4F49-D4ED-EF62-4A3D2A01F9C1}"/>
              </a:ext>
            </a:extLst>
          </p:cNvPr>
          <p:cNvSpPr>
            <a:spLocks noChangeAspect="1"/>
          </p:cNvSpPr>
          <p:nvPr/>
        </p:nvSpPr>
        <p:spPr>
          <a:xfrm rot="11560902" flipV="1">
            <a:off x="7137042" y="1490157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B1AB2C5-0C02-82C9-9CE0-00674C8E99BA}"/>
              </a:ext>
            </a:extLst>
          </p:cNvPr>
          <p:cNvSpPr>
            <a:spLocks noChangeAspect="1"/>
          </p:cNvSpPr>
          <p:nvPr/>
        </p:nvSpPr>
        <p:spPr>
          <a:xfrm>
            <a:off x="5522038" y="2200408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7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4F5F-4D70-EC07-0CAF-A42DC922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3CB5C776-7F4A-BFAF-FF6F-80F2D54E7EA5}"/>
              </a:ext>
            </a:extLst>
          </p:cNvPr>
          <p:cNvSpPr txBox="1"/>
          <p:nvPr/>
        </p:nvSpPr>
        <p:spPr>
          <a:xfrm>
            <a:off x="1464536" y="1138361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A4A34787-DBC0-59F1-B401-96B698775CD5}"/>
              </a:ext>
            </a:extLst>
          </p:cNvPr>
          <p:cNvSpPr/>
          <p:nvPr/>
        </p:nvSpPr>
        <p:spPr>
          <a:xfrm>
            <a:off x="398153" y="1411800"/>
            <a:ext cx="283911" cy="975247"/>
          </a:xfrm>
          <a:prstGeom prst="leftBracket">
            <a:avLst>
              <a:gd name="adj" fmla="val 220331"/>
            </a:avLst>
          </a:prstGeom>
          <a:ln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18EEE740-8318-A693-CA5D-4698C43E445C}"/>
              </a:ext>
            </a:extLst>
          </p:cNvPr>
          <p:cNvSpPr/>
          <p:nvPr/>
        </p:nvSpPr>
        <p:spPr>
          <a:xfrm flipH="1">
            <a:off x="1380022" y="1442085"/>
            <a:ext cx="226076" cy="1011400"/>
          </a:xfrm>
          <a:prstGeom prst="leftBracket">
            <a:avLst>
              <a:gd name="adj" fmla="val 220331"/>
            </a:avLst>
          </a:prstGeom>
          <a:ln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079DC83A-E04C-5176-34D4-56D524DF9641}"/>
              </a:ext>
            </a:extLst>
          </p:cNvPr>
          <p:cNvSpPr/>
          <p:nvPr/>
        </p:nvSpPr>
        <p:spPr>
          <a:xfrm rot="19411434" flipH="1">
            <a:off x="2132585" y="869438"/>
            <a:ext cx="244078" cy="2272592"/>
          </a:xfrm>
          <a:prstGeom prst="leftBracket">
            <a:avLst>
              <a:gd name="adj" fmla="val 364580"/>
            </a:avLst>
          </a:prstGeom>
          <a:ln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D1629CCA-F76A-32A4-064D-904BBEC70BA0}"/>
              </a:ext>
            </a:extLst>
          </p:cNvPr>
          <p:cNvSpPr/>
          <p:nvPr/>
        </p:nvSpPr>
        <p:spPr>
          <a:xfrm>
            <a:off x="2871773" y="1411800"/>
            <a:ext cx="307491" cy="994197"/>
          </a:xfrm>
          <a:prstGeom prst="leftBracket">
            <a:avLst>
              <a:gd name="adj" fmla="val 220331"/>
            </a:avLst>
          </a:prstGeom>
          <a:ln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DF228722-4D4D-0452-5F98-8A52D14DDF51}"/>
              </a:ext>
            </a:extLst>
          </p:cNvPr>
          <p:cNvSpPr/>
          <p:nvPr/>
        </p:nvSpPr>
        <p:spPr>
          <a:xfrm flipH="1">
            <a:off x="3805230" y="1430749"/>
            <a:ext cx="268974" cy="975247"/>
          </a:xfrm>
          <a:prstGeom prst="leftBracket">
            <a:avLst>
              <a:gd name="adj" fmla="val 220331"/>
            </a:avLst>
          </a:prstGeom>
          <a:ln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DFC44DDE-982D-48CC-074E-FEDFDFC5A2DF}"/>
              </a:ext>
            </a:extLst>
          </p:cNvPr>
          <p:cNvSpPr/>
          <p:nvPr/>
        </p:nvSpPr>
        <p:spPr>
          <a:xfrm rot="5400000" flipH="1">
            <a:off x="2233489" y="2681566"/>
            <a:ext cx="185708" cy="1180325"/>
          </a:xfrm>
          <a:prstGeom prst="leftBracket">
            <a:avLst>
              <a:gd name="adj" fmla="val 317791"/>
            </a:avLst>
          </a:prstGeom>
          <a:ln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D4CCF95F-A719-ADB6-4F64-416EF486E55D}"/>
              </a:ext>
            </a:extLst>
          </p:cNvPr>
          <p:cNvSpPr/>
          <p:nvPr/>
        </p:nvSpPr>
        <p:spPr>
          <a:xfrm rot="19896630">
            <a:off x="1083577" y="3639047"/>
            <a:ext cx="322790" cy="975247"/>
          </a:xfrm>
          <a:prstGeom prst="leftBracket">
            <a:avLst>
              <a:gd name="adj" fmla="val 242773"/>
            </a:avLst>
          </a:prstGeom>
          <a:ln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920A1FC4-45AA-1703-DEE5-B7367A7D1472}"/>
              </a:ext>
            </a:extLst>
          </p:cNvPr>
          <p:cNvSpPr/>
          <p:nvPr/>
        </p:nvSpPr>
        <p:spPr>
          <a:xfrm rot="2188566">
            <a:off x="2110701" y="831733"/>
            <a:ext cx="244078" cy="2254284"/>
          </a:xfrm>
          <a:prstGeom prst="leftBracket">
            <a:avLst>
              <a:gd name="adj" fmla="val 364580"/>
            </a:avLst>
          </a:prstGeom>
          <a:ln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9D42AB0-81CA-469C-6F25-6C107BBB34CF}"/>
              </a:ext>
            </a:extLst>
          </p:cNvPr>
          <p:cNvSpPr/>
          <p:nvPr/>
        </p:nvSpPr>
        <p:spPr>
          <a:xfrm rot="18001017">
            <a:off x="1326690" y="1377264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EF19BBE-0C09-6531-5D0F-8F81B59828E8}"/>
              </a:ext>
            </a:extLst>
          </p:cNvPr>
          <p:cNvSpPr/>
          <p:nvPr/>
        </p:nvSpPr>
        <p:spPr>
          <a:xfrm rot="3111262">
            <a:off x="2733948" y="1095749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E989940-31AC-1265-F4DE-23F0F3E0E0B8}"/>
              </a:ext>
            </a:extLst>
          </p:cNvPr>
          <p:cNvSpPr/>
          <p:nvPr/>
        </p:nvSpPr>
        <p:spPr>
          <a:xfrm rot="18902611">
            <a:off x="1651528" y="3129274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799E0D9-4E59-6609-D71B-E4AAF657DC3B}"/>
              </a:ext>
            </a:extLst>
          </p:cNvPr>
          <p:cNvSpPr/>
          <p:nvPr/>
        </p:nvSpPr>
        <p:spPr>
          <a:xfrm rot="6705178">
            <a:off x="543676" y="2295494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561AFF8-F110-FB7B-A287-72075484219C}"/>
              </a:ext>
            </a:extLst>
          </p:cNvPr>
          <p:cNvSpPr/>
          <p:nvPr/>
        </p:nvSpPr>
        <p:spPr>
          <a:xfrm rot="17755380">
            <a:off x="1580264" y="1124626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3D56479-A609-7741-617F-CDCE28BFD520}"/>
              </a:ext>
            </a:extLst>
          </p:cNvPr>
          <p:cNvSpPr/>
          <p:nvPr/>
        </p:nvSpPr>
        <p:spPr>
          <a:xfrm rot="18226892">
            <a:off x="3786001" y="1388479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0C158919-5676-0186-C027-D547F055F72D}"/>
              </a:ext>
            </a:extLst>
          </p:cNvPr>
          <p:cNvSpPr/>
          <p:nvPr/>
        </p:nvSpPr>
        <p:spPr>
          <a:xfrm rot="6965398">
            <a:off x="3003282" y="2308160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0C1D9DF-6F68-17EE-0916-3F53A50A9FE5}"/>
              </a:ext>
            </a:extLst>
          </p:cNvPr>
          <p:cNvSpPr/>
          <p:nvPr/>
        </p:nvSpPr>
        <p:spPr>
          <a:xfrm rot="5718717">
            <a:off x="1415485" y="4430925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272641-A539-A402-5C94-67B00CCA7A40}"/>
              </a:ext>
            </a:extLst>
          </p:cNvPr>
          <p:cNvSpPr txBox="1"/>
          <p:nvPr/>
        </p:nvSpPr>
        <p:spPr>
          <a:xfrm>
            <a:off x="89506" y="2127424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C6EDA8-801A-CA11-32FA-BEA4C06FED72}"/>
              </a:ext>
            </a:extLst>
          </p:cNvPr>
          <p:cNvSpPr txBox="1"/>
          <p:nvPr/>
        </p:nvSpPr>
        <p:spPr>
          <a:xfrm>
            <a:off x="1676850" y="640564"/>
            <a:ext cx="46510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4D5C61-5F12-7800-FF58-A537533EE72D}"/>
              </a:ext>
            </a:extLst>
          </p:cNvPr>
          <p:cNvSpPr txBox="1"/>
          <p:nvPr/>
        </p:nvSpPr>
        <p:spPr>
          <a:xfrm>
            <a:off x="2658616" y="2141876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FA244C-0E78-A9B3-019B-D058571B753C}"/>
              </a:ext>
            </a:extLst>
          </p:cNvPr>
          <p:cNvSpPr txBox="1"/>
          <p:nvPr/>
        </p:nvSpPr>
        <p:spPr>
          <a:xfrm>
            <a:off x="3925283" y="1137204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F0FED2-336F-970C-1A3A-5039CD76E598}"/>
              </a:ext>
            </a:extLst>
          </p:cNvPr>
          <p:cNvSpPr txBox="1"/>
          <p:nvPr/>
        </p:nvSpPr>
        <p:spPr>
          <a:xfrm>
            <a:off x="1252869" y="392478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7E0274-5551-7687-6A7B-44C33E25B529}"/>
              </a:ext>
            </a:extLst>
          </p:cNvPr>
          <p:cNvSpPr txBox="1"/>
          <p:nvPr/>
        </p:nvSpPr>
        <p:spPr>
          <a:xfrm>
            <a:off x="2402402" y="639663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7DB700-D48B-38DC-E0BB-D2338A9B396F}"/>
              </a:ext>
            </a:extLst>
          </p:cNvPr>
          <p:cNvSpPr txBox="1"/>
          <p:nvPr/>
        </p:nvSpPr>
        <p:spPr>
          <a:xfrm>
            <a:off x="2814151" y="3871838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b="1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FB793-DDC1-221E-B6B5-289DD2D49C4D}"/>
              </a:ext>
            </a:extLst>
          </p:cNvPr>
          <p:cNvSpPr txBox="1"/>
          <p:nvPr/>
        </p:nvSpPr>
        <p:spPr>
          <a:xfrm>
            <a:off x="1673919" y="2658422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FB1F1BEE-2A54-F094-25F2-CF535A7C8FF9}"/>
              </a:ext>
            </a:extLst>
          </p:cNvPr>
          <p:cNvSpPr/>
          <p:nvPr/>
        </p:nvSpPr>
        <p:spPr>
          <a:xfrm rot="1703370" flipH="1">
            <a:off x="3104221" y="3663273"/>
            <a:ext cx="322790" cy="975247"/>
          </a:xfrm>
          <a:prstGeom prst="leftBracket">
            <a:avLst>
              <a:gd name="adj" fmla="val 242773"/>
            </a:avLst>
          </a:prstGeom>
          <a:ln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72AF958-0D09-761A-46AC-5C9873159CF6}"/>
              </a:ext>
            </a:extLst>
          </p:cNvPr>
          <p:cNvSpPr/>
          <p:nvPr/>
        </p:nvSpPr>
        <p:spPr>
          <a:xfrm rot="16200000" flipH="1">
            <a:off x="2876678" y="4447823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D29C2B3-4DEF-B114-CD24-07B891890F2A}"/>
              </a:ext>
            </a:extLst>
          </p:cNvPr>
          <p:cNvSpPr>
            <a:spLocks noChangeAspect="1"/>
          </p:cNvSpPr>
          <p:nvPr/>
        </p:nvSpPr>
        <p:spPr>
          <a:xfrm>
            <a:off x="2790544" y="2319810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Exhaustion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DC20456-EDF5-D3A3-33B7-34B58C9065E5}"/>
              </a:ext>
            </a:extLst>
          </p:cNvPr>
          <p:cNvSpPr>
            <a:spLocks noChangeAspect="1"/>
          </p:cNvSpPr>
          <p:nvPr/>
        </p:nvSpPr>
        <p:spPr>
          <a:xfrm>
            <a:off x="307559" y="117482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A34AF3D-141F-5B1B-57D8-612AEDC58F1B}"/>
              </a:ext>
            </a:extLst>
          </p:cNvPr>
          <p:cNvSpPr>
            <a:spLocks noChangeAspect="1"/>
          </p:cNvSpPr>
          <p:nvPr/>
        </p:nvSpPr>
        <p:spPr>
          <a:xfrm>
            <a:off x="307559" y="231981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EA9D42D-A84E-C670-B808-F2675095D298}"/>
              </a:ext>
            </a:extLst>
          </p:cNvPr>
          <p:cNvSpPr>
            <a:spLocks noChangeAspect="1"/>
          </p:cNvSpPr>
          <p:nvPr/>
        </p:nvSpPr>
        <p:spPr>
          <a:xfrm>
            <a:off x="1533116" y="4016076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FB2EE0A-4F9B-0322-B077-D70D9BC719FE}"/>
              </a:ext>
            </a:extLst>
          </p:cNvPr>
          <p:cNvSpPr>
            <a:spLocks noChangeAspect="1"/>
          </p:cNvSpPr>
          <p:nvPr/>
        </p:nvSpPr>
        <p:spPr>
          <a:xfrm>
            <a:off x="2790544" y="11748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Demands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2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EAB8C60-01C6-6F2E-5875-B38006A8F0FD}"/>
              </a:ext>
            </a:extLst>
          </p:cNvPr>
          <p:cNvSpPr txBox="1"/>
          <p:nvPr/>
        </p:nvSpPr>
        <p:spPr>
          <a:xfrm>
            <a:off x="2556722" y="-99032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0E8FCD-C3B5-8311-4757-C5A65B481E0C}"/>
              </a:ext>
            </a:extLst>
          </p:cNvPr>
          <p:cNvSpPr>
            <a:spLocks noChangeAspect="1"/>
          </p:cNvSpPr>
          <p:nvPr/>
        </p:nvSpPr>
        <p:spPr>
          <a:xfrm>
            <a:off x="166815" y="9726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EC9BFB70-D61B-85E9-EA09-A11E61C27493}"/>
              </a:ext>
            </a:extLst>
          </p:cNvPr>
          <p:cNvSpPr/>
          <p:nvPr/>
        </p:nvSpPr>
        <p:spPr>
          <a:xfrm rot="15656625" flipH="1" flipV="1">
            <a:off x="1821172" y="-172329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287B260-7459-7AC3-DCE3-BAB1A5CF8D85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47019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FD361A-711E-9DEE-2E8E-1BA11EEA94AE}"/>
              </a:ext>
            </a:extLst>
          </p:cNvPr>
          <p:cNvSpPr>
            <a:spLocks noChangeAspect="1"/>
          </p:cNvSpPr>
          <p:nvPr/>
        </p:nvSpPr>
        <p:spPr>
          <a:xfrm>
            <a:off x="2636787" y="165434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57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E949153-57EE-C077-453A-A9A97AF092D2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7E59FA-1079-3EE2-3F54-7561BE643485}"/>
              </a:ext>
            </a:extLst>
          </p:cNvPr>
          <p:cNvSpPr>
            <a:spLocks noChangeAspect="1"/>
          </p:cNvSpPr>
          <p:nvPr/>
        </p:nvSpPr>
        <p:spPr>
          <a:xfrm>
            <a:off x="166815" y="10421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A1FE7F71-06CF-5EF6-9433-F74CDEA44ECA}"/>
              </a:ext>
            </a:extLst>
          </p:cNvPr>
          <p:cNvSpPr/>
          <p:nvPr/>
        </p:nvSpPr>
        <p:spPr>
          <a:xfrm rot="4969210" flipH="1">
            <a:off x="2162338" y="422377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B47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2222F55-C666-1D61-3971-5A8A6854013D}"/>
              </a:ext>
            </a:extLst>
          </p:cNvPr>
          <p:cNvSpPr>
            <a:spLocks noChangeAspect="1"/>
          </p:cNvSpPr>
          <p:nvPr/>
        </p:nvSpPr>
        <p:spPr>
          <a:xfrm rot="18902611">
            <a:off x="1487802" y="878600"/>
            <a:ext cx="240005" cy="216000"/>
          </a:xfrm>
          <a:prstGeom prst="triangle">
            <a:avLst/>
          </a:prstGeom>
          <a:solidFill>
            <a:srgbClr val="B4771A"/>
          </a:solidFill>
          <a:ln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83349F70-F4EC-36EB-9E40-A3F935360B4D}"/>
              </a:ext>
            </a:extLst>
          </p:cNvPr>
          <p:cNvSpPr/>
          <p:nvPr/>
        </p:nvSpPr>
        <p:spPr>
          <a:xfrm rot="15656625" flipH="1" flipV="1">
            <a:off x="1821172" y="-165376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1E0881B7-8488-3127-DC96-2A79E796C531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53972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9A2065-85C3-947F-89B6-1C4C0AC380CD}"/>
              </a:ext>
            </a:extLst>
          </p:cNvPr>
          <p:cNvSpPr>
            <a:spLocks noChangeAspect="1"/>
          </p:cNvSpPr>
          <p:nvPr/>
        </p:nvSpPr>
        <p:spPr>
          <a:xfrm>
            <a:off x="2636787" y="172387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05E588-E9C4-68E0-658E-61D04C434D28}"/>
              </a:ext>
            </a:extLst>
          </p:cNvPr>
          <p:cNvSpPr txBox="1"/>
          <p:nvPr/>
        </p:nvSpPr>
        <p:spPr>
          <a:xfrm>
            <a:off x="1317747" y="1026353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B4771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B4771A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45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AADC-E880-0DBB-553F-991E3647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1CFAD2-DF1B-BDF9-B039-B6281E7A1291}"/>
              </a:ext>
            </a:extLst>
          </p:cNvPr>
          <p:cNvCxnSpPr>
            <a:cxnSpLocks/>
          </p:cNvCxnSpPr>
          <p:nvPr/>
        </p:nvCxnSpPr>
        <p:spPr>
          <a:xfrm flipH="1">
            <a:off x="1856501" y="638050"/>
            <a:ext cx="1528156" cy="0"/>
          </a:xfrm>
          <a:prstGeom prst="line">
            <a:avLst/>
          </a:prstGeom>
          <a:ln w="76200">
            <a:solidFill>
              <a:srgbClr val="CCC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6AC0DF-ADB5-1A2C-A398-E3C816958AE5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1816749" y="1223166"/>
            <a:ext cx="1528156" cy="1398515"/>
          </a:xfrm>
          <a:prstGeom prst="line">
            <a:avLst/>
          </a:prstGeom>
          <a:ln w="76200" cap="rnd">
            <a:solidFill>
              <a:srgbClr val="B4771A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B756F8-6EC6-D395-F7F6-7AF9A2BADC73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1664168" y="496665"/>
            <a:ext cx="1659048" cy="1392421"/>
          </a:xfrm>
          <a:prstGeom prst="line">
            <a:avLst/>
          </a:prstGeom>
          <a:ln w="762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21E9456-A9A6-B2BD-47D9-2F998783AB20}"/>
              </a:ext>
            </a:extLst>
          </p:cNvPr>
          <p:cNvSpPr/>
          <p:nvPr/>
        </p:nvSpPr>
        <p:spPr>
          <a:xfrm>
            <a:off x="14366" y="62740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492E7-6EAD-CEC9-9973-BE047DE9E996}"/>
              </a:ext>
            </a:extLst>
          </p:cNvPr>
          <p:cNvSpPr/>
          <p:nvPr/>
        </p:nvSpPr>
        <p:spPr>
          <a:xfrm>
            <a:off x="3508482" y="62740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E5E57-6485-CD27-E04E-3CD721360932}"/>
              </a:ext>
            </a:extLst>
          </p:cNvPr>
          <p:cNvSpPr/>
          <p:nvPr/>
        </p:nvSpPr>
        <p:spPr>
          <a:xfrm>
            <a:off x="3508482" y="2027315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FC741A9-0792-B512-978F-F6D5C135DEB6}"/>
              </a:ext>
            </a:extLst>
          </p:cNvPr>
          <p:cNvSpPr>
            <a:spLocks noChangeAspect="1"/>
          </p:cNvSpPr>
          <p:nvPr/>
        </p:nvSpPr>
        <p:spPr>
          <a:xfrm rot="5400000">
            <a:off x="3242479" y="510668"/>
            <a:ext cx="280006" cy="252000"/>
          </a:xfrm>
          <a:prstGeom prst="triangle">
            <a:avLst/>
          </a:prstGeom>
          <a:solidFill>
            <a:srgbClr val="CC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63ACE70-2168-B1A1-C105-4049E0E2CA62}"/>
              </a:ext>
            </a:extLst>
          </p:cNvPr>
          <p:cNvSpPr>
            <a:spLocks noChangeAspect="1"/>
          </p:cNvSpPr>
          <p:nvPr/>
        </p:nvSpPr>
        <p:spPr>
          <a:xfrm rot="5400000">
            <a:off x="3242479" y="2495681"/>
            <a:ext cx="280006" cy="252000"/>
          </a:xfrm>
          <a:prstGeom prst="triangle">
            <a:avLst/>
          </a:prstGeom>
          <a:solidFill>
            <a:srgbClr val="0056A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FAD57D-0CE1-7E75-77E5-9559DA3CE53D}"/>
              </a:ext>
            </a:extLst>
          </p:cNvPr>
          <p:cNvCxnSpPr>
            <a:cxnSpLocks/>
          </p:cNvCxnSpPr>
          <p:nvPr/>
        </p:nvCxnSpPr>
        <p:spPr>
          <a:xfrm flipH="1">
            <a:off x="1816749" y="2624950"/>
            <a:ext cx="1528156" cy="0"/>
          </a:xfrm>
          <a:prstGeom prst="line">
            <a:avLst/>
          </a:prstGeom>
          <a:ln w="76200" cap="rnd">
            <a:solidFill>
              <a:srgbClr val="0056A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C162F5D-5409-F7D0-0544-30B4932DD21D}"/>
              </a:ext>
            </a:extLst>
          </p:cNvPr>
          <p:cNvSpPr>
            <a:spLocks noChangeAspect="1"/>
          </p:cNvSpPr>
          <p:nvPr/>
        </p:nvSpPr>
        <p:spPr>
          <a:xfrm rot="7754216">
            <a:off x="3280805" y="1842785"/>
            <a:ext cx="280006" cy="252000"/>
          </a:xfrm>
          <a:prstGeom prst="triangle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6F160B-A183-5A1D-9417-DDFF98211E7D}"/>
              </a:ext>
            </a:extLst>
          </p:cNvPr>
          <p:cNvSpPr>
            <a:spLocks noChangeAspect="1"/>
          </p:cNvSpPr>
          <p:nvPr/>
        </p:nvSpPr>
        <p:spPr>
          <a:xfrm rot="2918061">
            <a:off x="3299466" y="1013897"/>
            <a:ext cx="280006" cy="252000"/>
          </a:xfrm>
          <a:prstGeom prst="triangle">
            <a:avLst/>
          </a:prstGeom>
          <a:solidFill>
            <a:srgbClr val="B4771A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39FDB-90E0-1519-4BE5-C97DDAA67B09}"/>
              </a:ext>
            </a:extLst>
          </p:cNvPr>
          <p:cNvSpPr/>
          <p:nvPr/>
        </p:nvSpPr>
        <p:spPr>
          <a:xfrm>
            <a:off x="14366" y="2027315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806AE5-BEAB-648C-647B-D9E388D0E77C}"/>
              </a:ext>
            </a:extLst>
          </p:cNvPr>
          <p:cNvSpPr txBox="1"/>
          <p:nvPr/>
        </p:nvSpPr>
        <p:spPr>
          <a:xfrm>
            <a:off x="2374588" y="244392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C56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CCC568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EE6FD8-A000-535F-FEAA-0426E9C6A875}"/>
              </a:ext>
            </a:extLst>
          </p:cNvPr>
          <p:cNvSpPr txBox="1"/>
          <p:nvPr/>
        </p:nvSpPr>
        <p:spPr>
          <a:xfrm>
            <a:off x="2388415" y="2187057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56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056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CE6F0B-49EE-3CA4-2AAC-071E62C74C84}"/>
              </a:ext>
            </a:extLst>
          </p:cNvPr>
          <p:cNvSpPr txBox="1"/>
          <p:nvPr/>
        </p:nvSpPr>
        <p:spPr>
          <a:xfrm>
            <a:off x="1905668" y="1117971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672D42-982F-2149-A369-61F5B5E728D6}"/>
              </a:ext>
            </a:extLst>
          </p:cNvPr>
          <p:cNvSpPr txBox="1"/>
          <p:nvPr/>
        </p:nvSpPr>
        <p:spPr>
          <a:xfrm>
            <a:off x="1905668" y="1646828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77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B477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143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150E01-20D5-C749-9263-698A7CC2DF70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2755075" y="1585174"/>
            <a:ext cx="1601621" cy="1499884"/>
          </a:xfrm>
          <a:prstGeom prst="line">
            <a:avLst/>
          </a:prstGeom>
          <a:ln w="28575" cap="rnd">
            <a:solidFill>
              <a:srgbClr val="7D0112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994976-CD7C-C19C-7EDC-2EADEE7B0216}"/>
              </a:ext>
            </a:extLst>
          </p:cNvPr>
          <p:cNvCxnSpPr>
            <a:cxnSpLocks/>
          </p:cNvCxnSpPr>
          <p:nvPr/>
        </p:nvCxnSpPr>
        <p:spPr>
          <a:xfrm flipH="1" flipV="1">
            <a:off x="2564202" y="703387"/>
            <a:ext cx="1882414" cy="1745058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7F68F18-6D5F-289B-F57C-0F40BFBE9CD6}"/>
              </a:ext>
            </a:extLst>
          </p:cNvPr>
          <p:cNvSpPr/>
          <p:nvPr/>
        </p:nvSpPr>
        <p:spPr>
          <a:xfrm>
            <a:off x="952500" y="483870"/>
            <a:ext cx="1965960" cy="1017270"/>
          </a:xfrm>
          <a:prstGeom prst="rect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337F5-FA7A-35F5-C893-53A671DE61EE}"/>
              </a:ext>
            </a:extLst>
          </p:cNvPr>
          <p:cNvSpPr/>
          <p:nvPr/>
        </p:nvSpPr>
        <p:spPr>
          <a:xfrm>
            <a:off x="4446616" y="483870"/>
            <a:ext cx="1965960" cy="1017270"/>
          </a:xfrm>
          <a:prstGeom prst="rect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A5F52F-81F1-DCEC-D552-6EB019C68FA2}"/>
              </a:ext>
            </a:extLst>
          </p:cNvPr>
          <p:cNvSpPr/>
          <p:nvPr/>
        </p:nvSpPr>
        <p:spPr>
          <a:xfrm>
            <a:off x="4446616" y="2448445"/>
            <a:ext cx="1965960" cy="1017270"/>
          </a:xfrm>
          <a:prstGeom prst="rect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F8EF4AD-76F4-C7BA-CA2F-BA081361AF63}"/>
              </a:ext>
            </a:extLst>
          </p:cNvPr>
          <p:cNvSpPr/>
          <p:nvPr/>
        </p:nvSpPr>
        <p:spPr>
          <a:xfrm rot="5400000">
            <a:off x="4304673" y="925269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2F51D2-27B7-DE2E-9E7D-BBE1897E2197}"/>
              </a:ext>
            </a:extLst>
          </p:cNvPr>
          <p:cNvCxnSpPr>
            <a:cxnSpLocks/>
            <a:stCxn id="9" idx="0"/>
            <a:endCxn id="3" idx="3"/>
          </p:cNvCxnSpPr>
          <p:nvPr/>
        </p:nvCxnSpPr>
        <p:spPr>
          <a:xfrm flipH="1">
            <a:off x="2918460" y="992505"/>
            <a:ext cx="1528156" cy="0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9A35A0DF-52D1-8A1B-1364-E115689EF033}"/>
              </a:ext>
            </a:extLst>
          </p:cNvPr>
          <p:cNvSpPr/>
          <p:nvPr/>
        </p:nvSpPr>
        <p:spPr>
          <a:xfrm rot="5400000">
            <a:off x="4304673" y="2910282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1665C3-3926-30B0-97EC-093FD1694CB9}"/>
              </a:ext>
            </a:extLst>
          </p:cNvPr>
          <p:cNvCxnSpPr>
            <a:cxnSpLocks/>
            <a:stCxn id="16" idx="0"/>
          </p:cNvCxnSpPr>
          <p:nvPr/>
        </p:nvCxnSpPr>
        <p:spPr>
          <a:xfrm flipH="1">
            <a:off x="2918460" y="2977518"/>
            <a:ext cx="1528156" cy="0"/>
          </a:xfrm>
          <a:prstGeom prst="line">
            <a:avLst/>
          </a:prstGeom>
          <a:ln w="254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5B070A8-2046-E65C-F4F6-1598A1639005}"/>
              </a:ext>
            </a:extLst>
          </p:cNvPr>
          <p:cNvSpPr/>
          <p:nvPr/>
        </p:nvSpPr>
        <p:spPr>
          <a:xfrm rot="7754216">
            <a:off x="4332950" y="2347378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27A003F-1F5E-4C4C-BA20-DF92183F6C08}"/>
              </a:ext>
            </a:extLst>
          </p:cNvPr>
          <p:cNvSpPr>
            <a:spLocks noChangeAspect="1"/>
          </p:cNvSpPr>
          <p:nvPr/>
        </p:nvSpPr>
        <p:spPr>
          <a:xfrm rot="2918061">
            <a:off x="4332449" y="1473505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251B1966-44EF-50ED-7496-F70DD5DCC326}"/>
              </a:ext>
            </a:extLst>
          </p:cNvPr>
          <p:cNvSpPr/>
          <p:nvPr/>
        </p:nvSpPr>
        <p:spPr>
          <a:xfrm>
            <a:off x="681857" y="1484282"/>
            <a:ext cx="283911" cy="975247"/>
          </a:xfrm>
          <a:prstGeom prst="leftBracket">
            <a:avLst>
              <a:gd name="adj" fmla="val 220331"/>
            </a:avLst>
          </a:prstGeom>
          <a:noFill/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6435A10-AB52-8692-6625-59AF02955E2E}"/>
              </a:ext>
            </a:extLst>
          </p:cNvPr>
          <p:cNvSpPr/>
          <p:nvPr/>
        </p:nvSpPr>
        <p:spPr>
          <a:xfrm rot="6705178">
            <a:off x="827380" y="2367976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E9D9F-6453-A5DE-43C4-AE7C9D60EB28}"/>
              </a:ext>
            </a:extLst>
          </p:cNvPr>
          <p:cNvSpPr/>
          <p:nvPr/>
        </p:nvSpPr>
        <p:spPr>
          <a:xfrm>
            <a:off x="952500" y="2448445"/>
            <a:ext cx="1965960" cy="1017270"/>
          </a:xfrm>
          <a:prstGeom prst="rect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69C169B-D89F-403C-2E00-331CF9E5C991}"/>
              </a:ext>
            </a:extLst>
          </p:cNvPr>
          <p:cNvSpPr/>
          <p:nvPr/>
        </p:nvSpPr>
        <p:spPr>
          <a:xfrm rot="3724999">
            <a:off x="831633" y="1438433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50E1EF-772E-8A0E-D7E1-62D51C892249}"/>
              </a:ext>
            </a:extLst>
          </p:cNvPr>
          <p:cNvCxnSpPr>
            <a:cxnSpLocks/>
            <a:stCxn id="32" idx="3"/>
            <a:endCxn id="5" idx="0"/>
          </p:cNvCxnSpPr>
          <p:nvPr/>
        </p:nvCxnSpPr>
        <p:spPr>
          <a:xfrm>
            <a:off x="5428572" y="1631632"/>
            <a:ext cx="1024" cy="124188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4662948-347B-F1A5-0FDC-CD4E48D6B9BF}"/>
              </a:ext>
            </a:extLst>
          </p:cNvPr>
          <p:cNvSpPr/>
          <p:nvPr/>
        </p:nvSpPr>
        <p:spPr>
          <a:xfrm>
            <a:off x="5353864" y="1497161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B6D6EA-1097-84A1-4DAD-ABEF949CA801}"/>
              </a:ext>
            </a:extLst>
          </p:cNvPr>
          <p:cNvCxnSpPr>
            <a:cxnSpLocks/>
          </p:cNvCxnSpPr>
          <p:nvPr/>
        </p:nvCxnSpPr>
        <p:spPr>
          <a:xfrm>
            <a:off x="5432213" y="2020421"/>
            <a:ext cx="2583" cy="289200"/>
          </a:xfrm>
          <a:prstGeom prst="line">
            <a:avLst/>
          </a:prstGeom>
          <a:ln w="254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C54FCDD3-AD3A-1DCC-446B-24C643FAC8F1}"/>
              </a:ext>
            </a:extLst>
          </p:cNvPr>
          <p:cNvSpPr/>
          <p:nvPr/>
        </p:nvSpPr>
        <p:spPr>
          <a:xfrm flipV="1">
            <a:off x="5352714" y="2309621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3CAB6B8-0D9B-2B8D-CC7F-FEFFCF08D4E5}"/>
              </a:ext>
            </a:extLst>
          </p:cNvPr>
          <p:cNvSpPr/>
          <p:nvPr/>
        </p:nvSpPr>
        <p:spPr>
          <a:xfrm rot="17875001" flipH="1">
            <a:off x="11485001" y="2242385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Left Bracket 42">
            <a:extLst>
              <a:ext uri="{FF2B5EF4-FFF2-40B4-BE49-F238E27FC236}">
                <a16:creationId xmlns:a16="http://schemas.microsoft.com/office/drawing/2014/main" id="{7ED4F527-8B9D-4B8D-B4B1-4622ABBA809C}"/>
              </a:ext>
            </a:extLst>
          </p:cNvPr>
          <p:cNvSpPr/>
          <p:nvPr/>
        </p:nvSpPr>
        <p:spPr>
          <a:xfrm flipH="1">
            <a:off x="5519594" y="1845820"/>
            <a:ext cx="245423" cy="264577"/>
          </a:xfrm>
          <a:prstGeom prst="leftBracket">
            <a:avLst>
              <a:gd name="adj" fmla="val 220331"/>
            </a:avLst>
          </a:prstGeom>
          <a:noFill/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27EEC1C-3D2B-35EC-61AB-0EE069315D3B}"/>
              </a:ext>
            </a:extLst>
          </p:cNvPr>
          <p:cNvSpPr/>
          <p:nvPr/>
        </p:nvSpPr>
        <p:spPr>
          <a:xfrm rot="15267972" flipH="1">
            <a:off x="5505809" y="2026556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D38A8A9B-DC01-8168-E250-56E24FBB5382}"/>
              </a:ext>
            </a:extLst>
          </p:cNvPr>
          <p:cNvSpPr/>
          <p:nvPr/>
        </p:nvSpPr>
        <p:spPr>
          <a:xfrm rot="17113809" flipH="1">
            <a:off x="5505805" y="1795552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FF3FC-2CF7-BC10-ADC7-EF3964122A91}"/>
              </a:ext>
            </a:extLst>
          </p:cNvPr>
          <p:cNvSpPr>
            <a:spLocks noChangeAspect="1"/>
          </p:cNvSpPr>
          <p:nvPr/>
        </p:nvSpPr>
        <p:spPr>
          <a:xfrm>
            <a:off x="5339596" y="1755820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12C3A-C55B-1AAC-798A-A031D80FF05A}"/>
              </a:ext>
            </a:extLst>
          </p:cNvPr>
          <p:cNvSpPr>
            <a:spLocks noChangeAspect="1"/>
          </p:cNvSpPr>
          <p:nvPr/>
        </p:nvSpPr>
        <p:spPr>
          <a:xfrm>
            <a:off x="5339863" y="2020421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4B11B0-47E8-44E5-A688-47E42C1E9151}"/>
              </a:ext>
            </a:extLst>
          </p:cNvPr>
          <p:cNvSpPr txBox="1"/>
          <p:nvPr/>
        </p:nvSpPr>
        <p:spPr>
          <a:xfrm>
            <a:off x="3312722" y="665522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C3F098-29A6-F96C-A907-28A473C781F2}"/>
              </a:ext>
            </a:extLst>
          </p:cNvPr>
          <p:cNvSpPr txBox="1"/>
          <p:nvPr/>
        </p:nvSpPr>
        <p:spPr>
          <a:xfrm>
            <a:off x="3326549" y="2608187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63B5A6-21AE-F4F5-784C-E4A7603E547F}"/>
              </a:ext>
            </a:extLst>
          </p:cNvPr>
          <p:cNvSpPr txBox="1"/>
          <p:nvPr/>
        </p:nvSpPr>
        <p:spPr>
          <a:xfrm>
            <a:off x="53518" y="1767868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6E509F-8FBA-6032-946E-23B5E6C07313}"/>
              </a:ext>
            </a:extLst>
          </p:cNvPr>
          <p:cNvSpPr txBox="1"/>
          <p:nvPr/>
        </p:nvSpPr>
        <p:spPr>
          <a:xfrm>
            <a:off x="5765017" y="1773041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740A0D-F645-451E-C18A-5E21AC8D0204}"/>
              </a:ext>
            </a:extLst>
          </p:cNvPr>
          <p:cNvSpPr txBox="1"/>
          <p:nvPr/>
        </p:nvSpPr>
        <p:spPr>
          <a:xfrm>
            <a:off x="2871354" y="1501285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603E0E-1062-9780-F9CC-5ECB4FEBC8D6}"/>
              </a:ext>
            </a:extLst>
          </p:cNvPr>
          <p:cNvSpPr txBox="1"/>
          <p:nvPr/>
        </p:nvSpPr>
        <p:spPr>
          <a:xfrm>
            <a:off x="2886749" y="2099494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12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Lato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Kyra Evers</dc:creator>
  <cp:keywords/>
  <dc:description>generated using python-pptx</dc:description>
  <cp:lastModifiedBy>Kyra Evers</cp:lastModifiedBy>
  <cp:revision>17</cp:revision>
  <dcterms:created xsi:type="dcterms:W3CDTF">2013-01-27T09:14:16Z</dcterms:created>
  <dcterms:modified xsi:type="dcterms:W3CDTF">2026-05-09T10:39:32Z</dcterms:modified>
  <cp:category/>
</cp:coreProperties>
</file>