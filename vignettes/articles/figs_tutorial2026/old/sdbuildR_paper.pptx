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6" r:id="rId3"/>
    <p:sldId id="265" r:id="rId4"/>
    <p:sldId id="260" r:id="rId5"/>
    <p:sldId id="261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771A"/>
    <a:srgbClr val="7D0112"/>
    <a:srgbClr val="09B0AC"/>
    <a:srgbClr val="DDD9C3"/>
    <a:srgbClr val="0056A0"/>
    <a:srgbClr val="FFFFFF"/>
    <a:srgbClr val="CCA262"/>
    <a:srgbClr val="CCC568"/>
    <a:srgbClr val="948A54"/>
    <a:srgbClr val="91B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 snapToObjects="1">
      <p:cViewPr varScale="1">
        <p:scale>
          <a:sx n="101" d="100"/>
          <a:sy n="101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E2776B6-AF49-216A-73C3-6366121AC5C1}"/>
              </a:ext>
            </a:extLst>
          </p:cNvPr>
          <p:cNvSpPr>
            <a:spLocks noChangeAspect="1"/>
          </p:cNvSpPr>
          <p:nvPr/>
        </p:nvSpPr>
        <p:spPr>
          <a:xfrm>
            <a:off x="93246" y="1823272"/>
            <a:ext cx="4283228" cy="21695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1E69024A-A82A-0601-517E-787D561A873A}"/>
              </a:ext>
            </a:extLst>
          </p:cNvPr>
          <p:cNvSpPr/>
          <p:nvPr/>
        </p:nvSpPr>
        <p:spPr>
          <a:xfrm rot="4969210" flipH="1">
            <a:off x="2320180" y="2518838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411CE33-C709-85D1-18F4-CADE07F07D61}"/>
              </a:ext>
            </a:extLst>
          </p:cNvPr>
          <p:cNvSpPr>
            <a:spLocks noChangeAspect="1"/>
          </p:cNvSpPr>
          <p:nvPr/>
        </p:nvSpPr>
        <p:spPr>
          <a:xfrm rot="18902611">
            <a:off x="1645644" y="2975061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C7EBC2A0-4F96-615F-A79D-82CB08134E1F}"/>
              </a:ext>
            </a:extLst>
          </p:cNvPr>
          <p:cNvSpPr/>
          <p:nvPr/>
        </p:nvSpPr>
        <p:spPr>
          <a:xfrm rot="15656625" flipH="1" flipV="1">
            <a:off x="1979014" y="1931085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E624D2D-E3F4-8C6E-BA0C-C71349E9C09D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594562" y="2450433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2D329B8-BAAC-F3ED-9840-1D4F9B7F8F6C}"/>
              </a:ext>
            </a:extLst>
          </p:cNvPr>
          <p:cNvSpPr>
            <a:spLocks noChangeAspect="1"/>
          </p:cNvSpPr>
          <p:nvPr/>
        </p:nvSpPr>
        <p:spPr>
          <a:xfrm>
            <a:off x="2807642" y="220067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E487E147-435B-954C-32E5-1A254E2FA83D}"/>
              </a:ext>
            </a:extLst>
          </p:cNvPr>
          <p:cNvSpPr/>
          <p:nvPr/>
        </p:nvSpPr>
        <p:spPr>
          <a:xfrm rot="12418247" flipH="1">
            <a:off x="1132676" y="856456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028FE7E-6B84-336C-C440-7ED78A297E17}"/>
              </a:ext>
            </a:extLst>
          </p:cNvPr>
          <p:cNvSpPr>
            <a:spLocks noChangeAspect="1"/>
          </p:cNvSpPr>
          <p:nvPr/>
        </p:nvSpPr>
        <p:spPr>
          <a:xfrm rot="20801214" flipV="1">
            <a:off x="916469" y="1983264"/>
            <a:ext cx="240005" cy="216000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6399A1-B3D6-56A2-7A02-F817D75DF37E}"/>
              </a:ext>
            </a:extLst>
          </p:cNvPr>
          <p:cNvSpPr>
            <a:spLocks noChangeAspect="1"/>
          </p:cNvSpPr>
          <p:nvPr/>
        </p:nvSpPr>
        <p:spPr>
          <a:xfrm>
            <a:off x="310452" y="2200675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F47360-592F-51B5-D0A6-32708F803A99}"/>
              </a:ext>
            </a:extLst>
          </p:cNvPr>
          <p:cNvSpPr>
            <a:spLocks noChangeAspect="1"/>
          </p:cNvSpPr>
          <p:nvPr/>
        </p:nvSpPr>
        <p:spPr>
          <a:xfrm>
            <a:off x="5148339" y="56688"/>
            <a:ext cx="4613884" cy="420833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AE11DD45-7071-D66F-657C-D0E5099D66DB}"/>
              </a:ext>
            </a:extLst>
          </p:cNvPr>
          <p:cNvSpPr/>
          <p:nvPr/>
        </p:nvSpPr>
        <p:spPr>
          <a:xfrm rot="4969210" flipH="1">
            <a:off x="7531766" y="2518571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2C9878D-5841-50D6-5452-7C81927827C8}"/>
              </a:ext>
            </a:extLst>
          </p:cNvPr>
          <p:cNvSpPr>
            <a:spLocks noChangeAspect="1"/>
          </p:cNvSpPr>
          <p:nvPr/>
        </p:nvSpPr>
        <p:spPr>
          <a:xfrm rot="18902611">
            <a:off x="6857230" y="2974794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1AD1BA4C-B4A6-8347-318B-8AD2A99FB4D2}"/>
              </a:ext>
            </a:extLst>
          </p:cNvPr>
          <p:cNvSpPr/>
          <p:nvPr/>
        </p:nvSpPr>
        <p:spPr>
          <a:xfrm rot="15656625" flipH="1" flipV="1">
            <a:off x="7190600" y="1930818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97034397-5F4E-0D65-ABB2-17D83059A823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7806148" y="2450166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ADC97D-155D-93EB-4A1E-494E5D9A1C1D}"/>
              </a:ext>
            </a:extLst>
          </p:cNvPr>
          <p:cNvSpPr>
            <a:spLocks noChangeAspect="1"/>
          </p:cNvSpPr>
          <p:nvPr/>
        </p:nvSpPr>
        <p:spPr>
          <a:xfrm>
            <a:off x="8019228" y="2200407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4CD0D2D6-E489-20C5-992E-70F449028799}"/>
              </a:ext>
            </a:extLst>
          </p:cNvPr>
          <p:cNvSpPr/>
          <p:nvPr/>
        </p:nvSpPr>
        <p:spPr>
          <a:xfrm rot="12418247" flipH="1">
            <a:off x="6344262" y="856189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327F799-CEE5-2326-E19F-E8A78D71D04B}"/>
              </a:ext>
            </a:extLst>
          </p:cNvPr>
          <p:cNvSpPr>
            <a:spLocks noChangeAspect="1"/>
          </p:cNvSpPr>
          <p:nvPr/>
        </p:nvSpPr>
        <p:spPr>
          <a:xfrm rot="20801214" flipV="1">
            <a:off x="6128055" y="1982997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5A2BD324-AAED-6FE0-1497-33A97C3907E0}"/>
              </a:ext>
            </a:extLst>
          </p:cNvPr>
          <p:cNvSpPr/>
          <p:nvPr/>
        </p:nvSpPr>
        <p:spPr>
          <a:xfrm rot="12642956">
            <a:off x="6865074" y="1312360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08EF43A-BB92-0446-FF0C-4605679C2E40}"/>
              </a:ext>
            </a:extLst>
          </p:cNvPr>
          <p:cNvSpPr>
            <a:spLocks noChangeAspect="1"/>
          </p:cNvSpPr>
          <p:nvPr/>
        </p:nvSpPr>
        <p:spPr>
          <a:xfrm>
            <a:off x="6823446" y="15796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BB46BA-94CC-0705-6AF8-BAE45896728F}"/>
              </a:ext>
            </a:extLst>
          </p:cNvPr>
          <p:cNvSpPr>
            <a:spLocks noChangeAspect="1"/>
          </p:cNvSpPr>
          <p:nvPr/>
        </p:nvSpPr>
        <p:spPr>
          <a:xfrm>
            <a:off x="1611860" y="158231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D6980911-4F49-D4ED-EF62-4A3D2A01F9C1}"/>
              </a:ext>
            </a:extLst>
          </p:cNvPr>
          <p:cNvSpPr>
            <a:spLocks noChangeAspect="1"/>
          </p:cNvSpPr>
          <p:nvPr/>
        </p:nvSpPr>
        <p:spPr>
          <a:xfrm rot="11560902" flipV="1">
            <a:off x="7137042" y="1490157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B1AB2C5-0C02-82C9-9CE0-00674C8E99BA}"/>
              </a:ext>
            </a:extLst>
          </p:cNvPr>
          <p:cNvSpPr>
            <a:spLocks noChangeAspect="1"/>
          </p:cNvSpPr>
          <p:nvPr/>
        </p:nvSpPr>
        <p:spPr>
          <a:xfrm>
            <a:off x="5522038" y="2200408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  <a:endParaRPr lang="en-NL" sz="5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07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A088-ACD2-6FA8-822B-06C8B28F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B0802F4F-AAA6-EFD9-D25B-CE073F894CD4}"/>
              </a:ext>
            </a:extLst>
          </p:cNvPr>
          <p:cNvSpPr txBox="1"/>
          <p:nvPr/>
        </p:nvSpPr>
        <p:spPr>
          <a:xfrm>
            <a:off x="1509120" y="2133787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2A01EA83-5E15-75C7-DCE5-E45F048915A4}"/>
              </a:ext>
            </a:extLst>
          </p:cNvPr>
          <p:cNvSpPr/>
          <p:nvPr/>
        </p:nvSpPr>
        <p:spPr>
          <a:xfrm rot="5400000" flipH="1">
            <a:off x="2233489" y="2681566"/>
            <a:ext cx="185708" cy="1180325"/>
          </a:xfrm>
          <a:custGeom>
            <a:avLst/>
            <a:gdLst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54286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54286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5708" h="1180325" stroke="0" extrusionOk="0">
                <a:moveTo>
                  <a:pt x="185708" y="1180325"/>
                </a:moveTo>
                <a:cubicBezTo>
                  <a:pt x="83144" y="1180325"/>
                  <a:pt x="0" y="916100"/>
                  <a:pt x="0" y="590162"/>
                </a:cubicBezTo>
                <a:lnTo>
                  <a:pt x="0" y="590163"/>
                </a:lnTo>
                <a:cubicBezTo>
                  <a:pt x="0" y="264225"/>
                  <a:pt x="83144" y="0"/>
                  <a:pt x="185708" y="0"/>
                </a:cubicBezTo>
                <a:lnTo>
                  <a:pt x="185708" y="1180325"/>
                </a:lnTo>
                <a:close/>
              </a:path>
              <a:path w="185708" h="1180325" fill="none">
                <a:moveTo>
                  <a:pt x="154286" y="1180325"/>
                </a:moveTo>
                <a:cubicBezTo>
                  <a:pt x="67433" y="1126906"/>
                  <a:pt x="0" y="916100"/>
                  <a:pt x="0" y="590162"/>
                </a:cubicBezTo>
                <a:lnTo>
                  <a:pt x="0" y="590163"/>
                </a:lnTo>
                <a:cubicBezTo>
                  <a:pt x="0" y="264225"/>
                  <a:pt x="83144" y="0"/>
                  <a:pt x="185708" y="0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E21BE3-D050-2C3C-F124-FD58DEB571A6}"/>
              </a:ext>
            </a:extLst>
          </p:cNvPr>
          <p:cNvSpPr txBox="1"/>
          <p:nvPr/>
        </p:nvSpPr>
        <p:spPr>
          <a:xfrm>
            <a:off x="48421" y="1042047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F04F76-C2AB-3E0C-03F3-FCCBBA2D5152}"/>
              </a:ext>
            </a:extLst>
          </p:cNvPr>
          <p:cNvSpPr txBox="1"/>
          <p:nvPr/>
        </p:nvSpPr>
        <p:spPr>
          <a:xfrm>
            <a:off x="1676709" y="653195"/>
            <a:ext cx="465102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7D0112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 </a:t>
            </a:r>
            <a:endParaRPr lang="en-NL" sz="3200" dirty="0">
              <a:solidFill>
                <a:srgbClr val="7D0112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E30D39-5DE4-7966-EE09-A29EF56CAEFC}"/>
              </a:ext>
            </a:extLst>
          </p:cNvPr>
          <p:cNvSpPr txBox="1"/>
          <p:nvPr/>
        </p:nvSpPr>
        <p:spPr>
          <a:xfrm>
            <a:off x="942615" y="432284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31A6A8-4C96-2EB9-FACB-85D686E245A3}"/>
              </a:ext>
            </a:extLst>
          </p:cNvPr>
          <p:cNvSpPr txBox="1"/>
          <p:nvPr/>
        </p:nvSpPr>
        <p:spPr>
          <a:xfrm>
            <a:off x="2361668" y="823170"/>
            <a:ext cx="4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09B0AC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—</a:t>
            </a:r>
            <a:r>
              <a:rPr lang="en-US" b="1" dirty="0">
                <a:solidFill>
                  <a:srgbClr val="7D0112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 </a:t>
            </a:r>
            <a:endParaRPr lang="en-NL" b="1" dirty="0">
              <a:solidFill>
                <a:srgbClr val="7D0112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BB1DBD-CBCA-F96C-71FE-BD901822B161}"/>
              </a:ext>
            </a:extLst>
          </p:cNvPr>
          <p:cNvSpPr txBox="1"/>
          <p:nvPr/>
        </p:nvSpPr>
        <p:spPr>
          <a:xfrm>
            <a:off x="3158204" y="4395576"/>
            <a:ext cx="4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7D0112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—</a:t>
            </a:r>
            <a:r>
              <a:rPr lang="en-US" b="1" dirty="0">
                <a:solidFill>
                  <a:srgbClr val="7D0112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endParaRPr lang="en-NL" b="1" dirty="0">
              <a:solidFill>
                <a:srgbClr val="7D0112"/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27592D-4F37-C7CD-5B9B-A8F81BE6C525}"/>
              </a:ext>
            </a:extLst>
          </p:cNvPr>
          <p:cNvSpPr txBox="1"/>
          <p:nvPr/>
        </p:nvSpPr>
        <p:spPr>
          <a:xfrm>
            <a:off x="1821314" y="2880759"/>
            <a:ext cx="4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>
                <a:solidFill>
                  <a:srgbClr val="7D0112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—</a:t>
            </a:r>
            <a:r>
              <a:rPr lang="en-US" b="1" dirty="0">
                <a:solidFill>
                  <a:srgbClr val="7D0112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 </a:t>
            </a:r>
            <a:endParaRPr lang="en-NL" b="1" dirty="0">
              <a:solidFill>
                <a:srgbClr val="7D0112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118B4BC-957D-F307-CB90-D593746D8C0E}"/>
              </a:ext>
            </a:extLst>
          </p:cNvPr>
          <p:cNvSpPr>
            <a:spLocks noChangeAspect="1"/>
          </p:cNvSpPr>
          <p:nvPr/>
        </p:nvSpPr>
        <p:spPr>
          <a:xfrm>
            <a:off x="2790544" y="2319810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Exhaustion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1BEF77C-2B18-F78D-86DE-56C268A54CE7}"/>
              </a:ext>
            </a:extLst>
          </p:cNvPr>
          <p:cNvSpPr>
            <a:spLocks noChangeAspect="1"/>
          </p:cNvSpPr>
          <p:nvPr/>
        </p:nvSpPr>
        <p:spPr>
          <a:xfrm>
            <a:off x="307559" y="117482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Resources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1B46A30-7E3C-EC23-855F-BA0592FE99D8}"/>
              </a:ext>
            </a:extLst>
          </p:cNvPr>
          <p:cNvSpPr>
            <a:spLocks noChangeAspect="1"/>
          </p:cNvSpPr>
          <p:nvPr/>
        </p:nvSpPr>
        <p:spPr>
          <a:xfrm>
            <a:off x="307559" y="2319811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148423-EEE7-5FCF-72F8-ADFE4280F6D1}"/>
              </a:ext>
            </a:extLst>
          </p:cNvPr>
          <p:cNvSpPr>
            <a:spLocks noChangeAspect="1"/>
          </p:cNvSpPr>
          <p:nvPr/>
        </p:nvSpPr>
        <p:spPr>
          <a:xfrm>
            <a:off x="1533116" y="4016076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5E88CBE-5D77-C892-1F48-0540D1E4C625}"/>
              </a:ext>
            </a:extLst>
          </p:cNvPr>
          <p:cNvSpPr>
            <a:spLocks noChangeAspect="1"/>
          </p:cNvSpPr>
          <p:nvPr/>
        </p:nvSpPr>
        <p:spPr>
          <a:xfrm>
            <a:off x="2790544" y="117481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Demands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5A75EE7-4856-5412-0014-72EA83E98DC2}"/>
              </a:ext>
            </a:extLst>
          </p:cNvPr>
          <p:cNvGrpSpPr/>
          <p:nvPr/>
        </p:nvGrpSpPr>
        <p:grpSpPr>
          <a:xfrm rot="21132167">
            <a:off x="391426" y="1420115"/>
            <a:ext cx="296920" cy="1149278"/>
            <a:chOff x="350330" y="1430389"/>
            <a:chExt cx="296920" cy="1149278"/>
          </a:xfrm>
        </p:grpSpPr>
        <p:sp>
          <p:nvSpPr>
            <p:cNvPr id="17" name="Left Bracket 16">
              <a:extLst>
                <a:ext uri="{FF2B5EF4-FFF2-40B4-BE49-F238E27FC236}">
                  <a16:creationId xmlns:a16="http://schemas.microsoft.com/office/drawing/2014/main" id="{24B63393-5BB0-4CA8-EBEA-A21D067D1C74}"/>
                </a:ext>
              </a:extLst>
            </p:cNvPr>
            <p:cNvSpPr/>
            <p:nvPr/>
          </p:nvSpPr>
          <p:spPr>
            <a:xfrm rot="10748084" flipH="1" flipV="1">
              <a:off x="350330" y="1503584"/>
              <a:ext cx="226366" cy="1076083"/>
            </a:xfrm>
            <a:prstGeom prst="leftBracket">
              <a:avLst>
                <a:gd name="adj" fmla="val 237687"/>
              </a:avLst>
            </a:prstGeom>
            <a:ln w="38100">
              <a:solidFill>
                <a:srgbClr val="09B0A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1E1EF9F5-3FE7-7AC3-19F4-D1C78E3C2667}"/>
                </a:ext>
              </a:extLst>
            </p:cNvPr>
            <p:cNvSpPr>
              <a:spLocks noChangeAspect="1"/>
            </p:cNvSpPr>
            <p:nvPr/>
          </p:nvSpPr>
          <p:spPr>
            <a:xfrm rot="20933621" flipV="1">
              <a:off x="439405" y="1430389"/>
              <a:ext cx="207845" cy="187056"/>
            </a:xfrm>
            <a:prstGeom prst="triangle">
              <a:avLst/>
            </a:prstGeom>
            <a:solidFill>
              <a:srgbClr val="09B0AC"/>
            </a:solidFill>
            <a:ln>
              <a:solidFill>
                <a:srgbClr val="09B0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F7B5ACB2-8E04-834F-8FA0-D3F2EEC024A9}"/>
              </a:ext>
            </a:extLst>
          </p:cNvPr>
          <p:cNvSpPr/>
          <p:nvPr/>
        </p:nvSpPr>
        <p:spPr>
          <a:xfrm rot="21012888" flipH="1">
            <a:off x="1354117" y="1226393"/>
            <a:ext cx="226366" cy="1076083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E6D10A85-D3C8-85E3-FD97-1B63E9132FCF}"/>
              </a:ext>
            </a:extLst>
          </p:cNvPr>
          <p:cNvSpPr>
            <a:spLocks noChangeAspect="1"/>
          </p:cNvSpPr>
          <p:nvPr/>
        </p:nvSpPr>
        <p:spPr>
          <a:xfrm rot="13346289">
            <a:off x="1340980" y="2265949"/>
            <a:ext cx="207845" cy="187057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2" name="Left Bracket 41">
            <a:extLst>
              <a:ext uri="{FF2B5EF4-FFF2-40B4-BE49-F238E27FC236}">
                <a16:creationId xmlns:a16="http://schemas.microsoft.com/office/drawing/2014/main" id="{B0E9B29E-EDC2-C586-E667-4C36BDA71CF0}"/>
              </a:ext>
            </a:extLst>
          </p:cNvPr>
          <p:cNvSpPr/>
          <p:nvPr/>
        </p:nvSpPr>
        <p:spPr>
          <a:xfrm rot="1464779" flipH="1">
            <a:off x="3247326" y="3500690"/>
            <a:ext cx="226366" cy="1076083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90251B77-E614-85EF-37FA-356704E79B50}"/>
              </a:ext>
            </a:extLst>
          </p:cNvPr>
          <p:cNvSpPr>
            <a:spLocks noChangeAspect="1"/>
          </p:cNvSpPr>
          <p:nvPr/>
        </p:nvSpPr>
        <p:spPr>
          <a:xfrm rot="15398180">
            <a:off x="2903614" y="4424774"/>
            <a:ext cx="207845" cy="187057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34F5C35B-6A27-B180-129E-D42E91EC6ABE}"/>
              </a:ext>
            </a:extLst>
          </p:cNvPr>
          <p:cNvSpPr>
            <a:spLocks noChangeAspect="1"/>
          </p:cNvSpPr>
          <p:nvPr/>
        </p:nvSpPr>
        <p:spPr>
          <a:xfrm rot="18046731">
            <a:off x="1654208" y="3146988"/>
            <a:ext cx="207845" cy="187057"/>
          </a:xfrm>
          <a:prstGeom prst="triangle">
            <a:avLst/>
          </a:prstGeom>
          <a:solidFill>
            <a:srgbClr val="7D01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0BE01DD-9911-82D1-14CA-DF2A5DBBB84D}"/>
              </a:ext>
            </a:extLst>
          </p:cNvPr>
          <p:cNvGrpSpPr/>
          <p:nvPr/>
        </p:nvGrpSpPr>
        <p:grpSpPr>
          <a:xfrm rot="20195890" flipH="1">
            <a:off x="1021635" y="3446284"/>
            <a:ext cx="340175" cy="1222279"/>
            <a:chOff x="1255008" y="1204936"/>
            <a:chExt cx="340175" cy="1222279"/>
          </a:xfrm>
        </p:grpSpPr>
        <p:sp>
          <p:nvSpPr>
            <p:cNvPr id="53" name="Left Bracket 52">
              <a:extLst>
                <a:ext uri="{FF2B5EF4-FFF2-40B4-BE49-F238E27FC236}">
                  <a16:creationId xmlns:a16="http://schemas.microsoft.com/office/drawing/2014/main" id="{BC13474C-609E-11DA-2713-1FEA5D4ACA46}"/>
                </a:ext>
              </a:extLst>
            </p:cNvPr>
            <p:cNvSpPr/>
            <p:nvPr/>
          </p:nvSpPr>
          <p:spPr>
            <a:xfrm rot="60669" flipH="1">
              <a:off x="1368817" y="1204936"/>
              <a:ext cx="226366" cy="1076083"/>
            </a:xfrm>
            <a:prstGeom prst="leftBracket">
              <a:avLst>
                <a:gd name="adj" fmla="val 237687"/>
              </a:avLst>
            </a:prstGeom>
            <a:noFill/>
            <a:ln w="38100">
              <a:solidFill>
                <a:srgbClr val="09B0A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A7B79377-D2F9-4593-9FDC-34A85FBE1D40}"/>
                </a:ext>
              </a:extLst>
            </p:cNvPr>
            <p:cNvSpPr>
              <a:spLocks noChangeAspect="1"/>
            </p:cNvSpPr>
            <p:nvPr/>
          </p:nvSpPr>
          <p:spPr>
            <a:xfrm rot="13994070">
              <a:off x="1244614" y="2229764"/>
              <a:ext cx="207845" cy="187057"/>
            </a:xfrm>
            <a:prstGeom prst="triangle">
              <a:avLst/>
            </a:prstGeom>
            <a:solidFill>
              <a:srgbClr val="09B0AC"/>
            </a:solidFill>
            <a:ln>
              <a:solidFill>
                <a:srgbClr val="09B0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D3EA220-A19B-5D13-EF74-338F5135AAC0}"/>
              </a:ext>
            </a:extLst>
          </p:cNvPr>
          <p:cNvGrpSpPr/>
          <p:nvPr/>
        </p:nvGrpSpPr>
        <p:grpSpPr>
          <a:xfrm>
            <a:off x="1671950" y="1188421"/>
            <a:ext cx="1213565" cy="1688298"/>
            <a:chOff x="1671950" y="1188421"/>
            <a:chExt cx="1213565" cy="1688298"/>
          </a:xfrm>
        </p:grpSpPr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CE0F9A78-8BA8-6361-9CF4-7D85D6C4FCCA}"/>
                </a:ext>
              </a:extLst>
            </p:cNvPr>
            <p:cNvSpPr>
              <a:spLocks noChangeAspect="1"/>
            </p:cNvSpPr>
            <p:nvPr/>
          </p:nvSpPr>
          <p:spPr>
            <a:xfrm rot="704710" flipV="1">
              <a:off x="2677670" y="1188421"/>
              <a:ext cx="207845" cy="187056"/>
            </a:xfrm>
            <a:prstGeom prst="triangle">
              <a:avLst/>
            </a:prstGeom>
            <a:solidFill>
              <a:srgbClr val="09B0AC"/>
            </a:solidFill>
            <a:ln>
              <a:solidFill>
                <a:srgbClr val="09B0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32F2242-F18F-1AC7-7B8B-D3B5C89F9946}"/>
                </a:ext>
              </a:extLst>
            </p:cNvPr>
            <p:cNvSpPr/>
            <p:nvPr/>
          </p:nvSpPr>
          <p:spPr>
            <a:xfrm>
              <a:off x="1671950" y="1237970"/>
              <a:ext cx="1113936" cy="1638749"/>
            </a:xfrm>
            <a:custGeom>
              <a:avLst/>
              <a:gdLst>
                <a:gd name="csX0" fmla="*/ 1131320 w 1131320"/>
                <a:gd name="csY0" fmla="*/ 0 h 1635303"/>
                <a:gd name="csX1" fmla="*/ 654097 w 1131320"/>
                <a:gd name="csY1" fmla="*/ 317037 h 1635303"/>
                <a:gd name="csX2" fmla="*/ 400468 w 1131320"/>
                <a:gd name="csY2" fmla="*/ 750876 h 1635303"/>
                <a:gd name="csX3" fmla="*/ 243618 w 1131320"/>
                <a:gd name="csY3" fmla="*/ 1244786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303"/>
                <a:gd name="csX1" fmla="*/ 723633 w 1131320"/>
                <a:gd name="csY1" fmla="*/ 400480 h 1635303"/>
                <a:gd name="csX2" fmla="*/ 400468 w 1131320"/>
                <a:gd name="csY2" fmla="*/ 750876 h 1635303"/>
                <a:gd name="csX3" fmla="*/ 243618 w 1131320"/>
                <a:gd name="csY3" fmla="*/ 1244786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303"/>
                <a:gd name="csX1" fmla="*/ 723633 w 1131320"/>
                <a:gd name="csY1" fmla="*/ 400480 h 1635303"/>
                <a:gd name="csX2" fmla="*/ 466527 w 1131320"/>
                <a:gd name="csY2" fmla="*/ 837796 h 1635303"/>
                <a:gd name="csX3" fmla="*/ 243618 w 1131320"/>
                <a:gd name="csY3" fmla="*/ 1244786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303"/>
                <a:gd name="csX1" fmla="*/ 723633 w 1131320"/>
                <a:gd name="csY1" fmla="*/ 400480 h 1635303"/>
                <a:gd name="csX2" fmla="*/ 466527 w 1131320"/>
                <a:gd name="csY2" fmla="*/ 837796 h 1635303"/>
                <a:gd name="csX3" fmla="*/ 299247 w 1131320"/>
                <a:gd name="csY3" fmla="*/ 1269124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303"/>
                <a:gd name="csX1" fmla="*/ 723633 w 1131320"/>
                <a:gd name="csY1" fmla="*/ 334421 h 1635303"/>
                <a:gd name="csX2" fmla="*/ 466527 w 1131320"/>
                <a:gd name="csY2" fmla="*/ 837796 h 1635303"/>
                <a:gd name="csX3" fmla="*/ 299247 w 1131320"/>
                <a:gd name="csY3" fmla="*/ 1269124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303"/>
                <a:gd name="csX1" fmla="*/ 723633 w 1131320"/>
                <a:gd name="csY1" fmla="*/ 334421 h 1635303"/>
                <a:gd name="csX2" fmla="*/ 501295 w 1131320"/>
                <a:gd name="csY2" fmla="*/ 827365 h 1635303"/>
                <a:gd name="csX3" fmla="*/ 299247 w 1131320"/>
                <a:gd name="csY3" fmla="*/ 1269124 h 1635303"/>
                <a:gd name="csX4" fmla="*/ 113466 w 1131320"/>
                <a:gd name="csY4" fmla="*/ 1515101 h 1635303"/>
                <a:gd name="csX5" fmla="*/ 0 w 1131320"/>
                <a:gd name="csY5" fmla="*/ 1635241 h 1635303"/>
                <a:gd name="csX0" fmla="*/ 1131320 w 1131320"/>
                <a:gd name="csY0" fmla="*/ 0 h 1635291"/>
                <a:gd name="csX1" fmla="*/ 723633 w 1131320"/>
                <a:gd name="csY1" fmla="*/ 334421 h 1635291"/>
                <a:gd name="csX2" fmla="*/ 501295 w 1131320"/>
                <a:gd name="csY2" fmla="*/ 827365 h 1635291"/>
                <a:gd name="csX3" fmla="*/ 299247 w 1131320"/>
                <a:gd name="csY3" fmla="*/ 1269124 h 1635291"/>
                <a:gd name="csX4" fmla="*/ 148234 w 1131320"/>
                <a:gd name="csY4" fmla="*/ 1501194 h 1635291"/>
                <a:gd name="csX5" fmla="*/ 0 w 1131320"/>
                <a:gd name="csY5" fmla="*/ 1635241 h 1635291"/>
                <a:gd name="csX0" fmla="*/ 1131320 w 1131320"/>
                <a:gd name="csY0" fmla="*/ 0 h 1635291"/>
                <a:gd name="csX1" fmla="*/ 751448 w 1131320"/>
                <a:gd name="csY1" fmla="*/ 334421 h 1635291"/>
                <a:gd name="csX2" fmla="*/ 501295 w 1131320"/>
                <a:gd name="csY2" fmla="*/ 827365 h 1635291"/>
                <a:gd name="csX3" fmla="*/ 299247 w 1131320"/>
                <a:gd name="csY3" fmla="*/ 1269124 h 1635291"/>
                <a:gd name="csX4" fmla="*/ 148234 w 1131320"/>
                <a:gd name="csY4" fmla="*/ 1501194 h 1635291"/>
                <a:gd name="csX5" fmla="*/ 0 w 1131320"/>
                <a:gd name="csY5" fmla="*/ 1635241 h 1635291"/>
                <a:gd name="csX0" fmla="*/ 1131320 w 1131320"/>
                <a:gd name="csY0" fmla="*/ 0 h 1635272"/>
                <a:gd name="csX1" fmla="*/ 751448 w 1131320"/>
                <a:gd name="csY1" fmla="*/ 334421 h 1635272"/>
                <a:gd name="csX2" fmla="*/ 501295 w 1131320"/>
                <a:gd name="csY2" fmla="*/ 827365 h 1635272"/>
                <a:gd name="csX3" fmla="*/ 299247 w 1131320"/>
                <a:gd name="csY3" fmla="*/ 1269124 h 1635272"/>
                <a:gd name="csX4" fmla="*/ 189955 w 1131320"/>
                <a:gd name="csY4" fmla="*/ 1455996 h 1635272"/>
                <a:gd name="csX5" fmla="*/ 0 w 1131320"/>
                <a:gd name="csY5" fmla="*/ 1635241 h 1635272"/>
                <a:gd name="csX0" fmla="*/ 1113936 w 1113936"/>
                <a:gd name="csY0" fmla="*/ 0 h 1638749"/>
                <a:gd name="csX1" fmla="*/ 751448 w 1113936"/>
                <a:gd name="csY1" fmla="*/ 337898 h 1638749"/>
                <a:gd name="csX2" fmla="*/ 501295 w 1113936"/>
                <a:gd name="csY2" fmla="*/ 830842 h 1638749"/>
                <a:gd name="csX3" fmla="*/ 299247 w 1113936"/>
                <a:gd name="csY3" fmla="*/ 1272601 h 1638749"/>
                <a:gd name="csX4" fmla="*/ 189955 w 1113936"/>
                <a:gd name="csY4" fmla="*/ 1459473 h 1638749"/>
                <a:gd name="csX5" fmla="*/ 0 w 1113936"/>
                <a:gd name="csY5" fmla="*/ 1638718 h 16387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13936" h="1638749">
                  <a:moveTo>
                    <a:pt x="1113936" y="0"/>
                  </a:moveTo>
                  <a:cubicBezTo>
                    <a:pt x="936229" y="95945"/>
                    <a:pt x="853555" y="199424"/>
                    <a:pt x="751448" y="337898"/>
                  </a:cubicBezTo>
                  <a:cubicBezTo>
                    <a:pt x="649341" y="476372"/>
                    <a:pt x="576662" y="675058"/>
                    <a:pt x="501295" y="830842"/>
                  </a:cubicBezTo>
                  <a:cubicBezTo>
                    <a:pt x="425928" y="986626"/>
                    <a:pt x="351137" y="1167829"/>
                    <a:pt x="299247" y="1272601"/>
                  </a:cubicBezTo>
                  <a:cubicBezTo>
                    <a:pt x="247357" y="1377373"/>
                    <a:pt x="230558" y="1394397"/>
                    <a:pt x="189955" y="1459473"/>
                  </a:cubicBezTo>
                  <a:cubicBezTo>
                    <a:pt x="149352" y="1524549"/>
                    <a:pt x="1112" y="1640943"/>
                    <a:pt x="0" y="1638718"/>
                  </a:cubicBezTo>
                </a:path>
              </a:pathLst>
            </a:custGeom>
            <a:noFill/>
            <a:ln w="38100">
              <a:solidFill>
                <a:srgbClr val="09B0A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</p:grp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3C146F04-E086-DD79-CC51-D9173DC20799}"/>
              </a:ext>
            </a:extLst>
          </p:cNvPr>
          <p:cNvSpPr>
            <a:spLocks noChangeAspect="1"/>
          </p:cNvSpPr>
          <p:nvPr/>
        </p:nvSpPr>
        <p:spPr>
          <a:xfrm rot="20895290" flipH="1" flipV="1">
            <a:off x="1595099" y="1181142"/>
            <a:ext cx="207845" cy="187056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B6E994D4-B707-B5E2-2845-06564C9E104C}"/>
              </a:ext>
            </a:extLst>
          </p:cNvPr>
          <p:cNvSpPr/>
          <p:nvPr/>
        </p:nvSpPr>
        <p:spPr>
          <a:xfrm flipH="1">
            <a:off x="1694728" y="1230691"/>
            <a:ext cx="1113936" cy="1638749"/>
          </a:xfrm>
          <a:custGeom>
            <a:avLst/>
            <a:gdLst>
              <a:gd name="csX0" fmla="*/ 1131320 w 1131320"/>
              <a:gd name="csY0" fmla="*/ 0 h 1635303"/>
              <a:gd name="csX1" fmla="*/ 654097 w 1131320"/>
              <a:gd name="csY1" fmla="*/ 317037 h 1635303"/>
              <a:gd name="csX2" fmla="*/ 400468 w 1131320"/>
              <a:gd name="csY2" fmla="*/ 750876 h 1635303"/>
              <a:gd name="csX3" fmla="*/ 243618 w 1131320"/>
              <a:gd name="csY3" fmla="*/ 1244786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303"/>
              <a:gd name="csX1" fmla="*/ 723633 w 1131320"/>
              <a:gd name="csY1" fmla="*/ 400480 h 1635303"/>
              <a:gd name="csX2" fmla="*/ 400468 w 1131320"/>
              <a:gd name="csY2" fmla="*/ 750876 h 1635303"/>
              <a:gd name="csX3" fmla="*/ 243618 w 1131320"/>
              <a:gd name="csY3" fmla="*/ 1244786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303"/>
              <a:gd name="csX1" fmla="*/ 723633 w 1131320"/>
              <a:gd name="csY1" fmla="*/ 400480 h 1635303"/>
              <a:gd name="csX2" fmla="*/ 466527 w 1131320"/>
              <a:gd name="csY2" fmla="*/ 837796 h 1635303"/>
              <a:gd name="csX3" fmla="*/ 243618 w 1131320"/>
              <a:gd name="csY3" fmla="*/ 1244786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303"/>
              <a:gd name="csX1" fmla="*/ 723633 w 1131320"/>
              <a:gd name="csY1" fmla="*/ 400480 h 1635303"/>
              <a:gd name="csX2" fmla="*/ 466527 w 1131320"/>
              <a:gd name="csY2" fmla="*/ 837796 h 1635303"/>
              <a:gd name="csX3" fmla="*/ 299247 w 1131320"/>
              <a:gd name="csY3" fmla="*/ 1269124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303"/>
              <a:gd name="csX1" fmla="*/ 723633 w 1131320"/>
              <a:gd name="csY1" fmla="*/ 334421 h 1635303"/>
              <a:gd name="csX2" fmla="*/ 466527 w 1131320"/>
              <a:gd name="csY2" fmla="*/ 837796 h 1635303"/>
              <a:gd name="csX3" fmla="*/ 299247 w 1131320"/>
              <a:gd name="csY3" fmla="*/ 1269124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303"/>
              <a:gd name="csX1" fmla="*/ 723633 w 1131320"/>
              <a:gd name="csY1" fmla="*/ 334421 h 1635303"/>
              <a:gd name="csX2" fmla="*/ 501295 w 1131320"/>
              <a:gd name="csY2" fmla="*/ 827365 h 1635303"/>
              <a:gd name="csX3" fmla="*/ 299247 w 1131320"/>
              <a:gd name="csY3" fmla="*/ 1269124 h 1635303"/>
              <a:gd name="csX4" fmla="*/ 113466 w 1131320"/>
              <a:gd name="csY4" fmla="*/ 1515101 h 1635303"/>
              <a:gd name="csX5" fmla="*/ 0 w 1131320"/>
              <a:gd name="csY5" fmla="*/ 1635241 h 1635303"/>
              <a:gd name="csX0" fmla="*/ 1131320 w 1131320"/>
              <a:gd name="csY0" fmla="*/ 0 h 1635291"/>
              <a:gd name="csX1" fmla="*/ 723633 w 1131320"/>
              <a:gd name="csY1" fmla="*/ 334421 h 1635291"/>
              <a:gd name="csX2" fmla="*/ 501295 w 1131320"/>
              <a:gd name="csY2" fmla="*/ 827365 h 1635291"/>
              <a:gd name="csX3" fmla="*/ 299247 w 1131320"/>
              <a:gd name="csY3" fmla="*/ 1269124 h 1635291"/>
              <a:gd name="csX4" fmla="*/ 148234 w 1131320"/>
              <a:gd name="csY4" fmla="*/ 1501194 h 1635291"/>
              <a:gd name="csX5" fmla="*/ 0 w 1131320"/>
              <a:gd name="csY5" fmla="*/ 1635241 h 1635291"/>
              <a:gd name="csX0" fmla="*/ 1131320 w 1131320"/>
              <a:gd name="csY0" fmla="*/ 0 h 1635291"/>
              <a:gd name="csX1" fmla="*/ 751448 w 1131320"/>
              <a:gd name="csY1" fmla="*/ 334421 h 1635291"/>
              <a:gd name="csX2" fmla="*/ 501295 w 1131320"/>
              <a:gd name="csY2" fmla="*/ 827365 h 1635291"/>
              <a:gd name="csX3" fmla="*/ 299247 w 1131320"/>
              <a:gd name="csY3" fmla="*/ 1269124 h 1635291"/>
              <a:gd name="csX4" fmla="*/ 148234 w 1131320"/>
              <a:gd name="csY4" fmla="*/ 1501194 h 1635291"/>
              <a:gd name="csX5" fmla="*/ 0 w 1131320"/>
              <a:gd name="csY5" fmla="*/ 1635241 h 1635291"/>
              <a:gd name="csX0" fmla="*/ 1131320 w 1131320"/>
              <a:gd name="csY0" fmla="*/ 0 h 1635272"/>
              <a:gd name="csX1" fmla="*/ 751448 w 1131320"/>
              <a:gd name="csY1" fmla="*/ 334421 h 1635272"/>
              <a:gd name="csX2" fmla="*/ 501295 w 1131320"/>
              <a:gd name="csY2" fmla="*/ 827365 h 1635272"/>
              <a:gd name="csX3" fmla="*/ 299247 w 1131320"/>
              <a:gd name="csY3" fmla="*/ 1269124 h 1635272"/>
              <a:gd name="csX4" fmla="*/ 189955 w 1131320"/>
              <a:gd name="csY4" fmla="*/ 1455996 h 1635272"/>
              <a:gd name="csX5" fmla="*/ 0 w 1131320"/>
              <a:gd name="csY5" fmla="*/ 1635241 h 1635272"/>
              <a:gd name="csX0" fmla="*/ 1113936 w 1113936"/>
              <a:gd name="csY0" fmla="*/ 0 h 1638749"/>
              <a:gd name="csX1" fmla="*/ 751448 w 1113936"/>
              <a:gd name="csY1" fmla="*/ 337898 h 1638749"/>
              <a:gd name="csX2" fmla="*/ 501295 w 1113936"/>
              <a:gd name="csY2" fmla="*/ 830842 h 1638749"/>
              <a:gd name="csX3" fmla="*/ 299247 w 1113936"/>
              <a:gd name="csY3" fmla="*/ 1272601 h 1638749"/>
              <a:gd name="csX4" fmla="*/ 189955 w 1113936"/>
              <a:gd name="csY4" fmla="*/ 1459473 h 1638749"/>
              <a:gd name="csX5" fmla="*/ 0 w 1113936"/>
              <a:gd name="csY5" fmla="*/ 1638718 h 163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13936" h="1638749">
                <a:moveTo>
                  <a:pt x="1113936" y="0"/>
                </a:moveTo>
                <a:cubicBezTo>
                  <a:pt x="936229" y="95945"/>
                  <a:pt x="853555" y="199424"/>
                  <a:pt x="751448" y="337898"/>
                </a:cubicBezTo>
                <a:cubicBezTo>
                  <a:pt x="649341" y="476372"/>
                  <a:pt x="576662" y="675058"/>
                  <a:pt x="501295" y="830842"/>
                </a:cubicBezTo>
                <a:cubicBezTo>
                  <a:pt x="425928" y="986626"/>
                  <a:pt x="351137" y="1167829"/>
                  <a:pt x="299247" y="1272601"/>
                </a:cubicBezTo>
                <a:cubicBezTo>
                  <a:pt x="247357" y="1377373"/>
                  <a:pt x="230558" y="1394397"/>
                  <a:pt x="189955" y="1459473"/>
                </a:cubicBezTo>
                <a:cubicBezTo>
                  <a:pt x="149352" y="1524549"/>
                  <a:pt x="1112" y="1640943"/>
                  <a:pt x="0" y="1638718"/>
                </a:cubicBezTo>
              </a:path>
            </a:pathLst>
          </a:custGeom>
          <a:noFill/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4FC083-346B-F68E-4669-206378E988B3}"/>
              </a:ext>
            </a:extLst>
          </p:cNvPr>
          <p:cNvSpPr txBox="1"/>
          <p:nvPr/>
        </p:nvSpPr>
        <p:spPr>
          <a:xfrm>
            <a:off x="3996274" y="213916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D0112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7D0112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0B838C-F36D-D7DC-1888-E6AE8FA27AED}"/>
              </a:ext>
            </a:extLst>
          </p:cNvPr>
          <p:cNvSpPr txBox="1"/>
          <p:nvPr/>
        </p:nvSpPr>
        <p:spPr>
          <a:xfrm>
            <a:off x="2483908" y="1291076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D0112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7D0112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Left Bracket 65">
            <a:extLst>
              <a:ext uri="{FF2B5EF4-FFF2-40B4-BE49-F238E27FC236}">
                <a16:creationId xmlns:a16="http://schemas.microsoft.com/office/drawing/2014/main" id="{94B230E1-E9E0-C4EC-8A3E-20CC5C4DF0E6}"/>
              </a:ext>
            </a:extLst>
          </p:cNvPr>
          <p:cNvSpPr/>
          <p:nvPr/>
        </p:nvSpPr>
        <p:spPr>
          <a:xfrm rot="10280251" flipH="1" flipV="1">
            <a:off x="2883871" y="1503140"/>
            <a:ext cx="226366" cy="1076083"/>
          </a:xfrm>
          <a:prstGeom prst="leftBracket">
            <a:avLst>
              <a:gd name="adj" fmla="val 237687"/>
            </a:avLst>
          </a:pr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63B71423-AF08-5458-75DF-5D212A98A1B8}"/>
              </a:ext>
            </a:extLst>
          </p:cNvPr>
          <p:cNvSpPr>
            <a:spLocks noChangeAspect="1"/>
          </p:cNvSpPr>
          <p:nvPr/>
        </p:nvSpPr>
        <p:spPr>
          <a:xfrm rot="20465788" flipV="1">
            <a:off x="2901972" y="1423903"/>
            <a:ext cx="207845" cy="187056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8" name="Left Bracket 67">
            <a:extLst>
              <a:ext uri="{FF2B5EF4-FFF2-40B4-BE49-F238E27FC236}">
                <a16:creationId xmlns:a16="http://schemas.microsoft.com/office/drawing/2014/main" id="{9BB352A7-58B0-9F1C-0C4A-32BC50CF5ACC}"/>
              </a:ext>
            </a:extLst>
          </p:cNvPr>
          <p:cNvSpPr/>
          <p:nvPr/>
        </p:nvSpPr>
        <p:spPr>
          <a:xfrm rot="21012888" flipH="1">
            <a:off x="3841271" y="1231775"/>
            <a:ext cx="226366" cy="1076083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4EFFED38-D982-E730-242D-A91E458A9579}"/>
              </a:ext>
            </a:extLst>
          </p:cNvPr>
          <p:cNvSpPr>
            <a:spLocks noChangeAspect="1"/>
          </p:cNvSpPr>
          <p:nvPr/>
        </p:nvSpPr>
        <p:spPr>
          <a:xfrm rot="13346289">
            <a:off x="3828134" y="2271331"/>
            <a:ext cx="207845" cy="187057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0590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65C6-1EA1-B9E5-A70B-221E406D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D127724-5F51-556F-C83C-664B770957B9}"/>
              </a:ext>
            </a:extLst>
          </p:cNvPr>
          <p:cNvSpPr txBox="1"/>
          <p:nvPr/>
        </p:nvSpPr>
        <p:spPr>
          <a:xfrm>
            <a:off x="2556722" y="-9207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65B12B-361E-E85D-FB3F-E73DB09A8A8F}"/>
              </a:ext>
            </a:extLst>
          </p:cNvPr>
          <p:cNvSpPr>
            <a:spLocks noChangeAspect="1"/>
          </p:cNvSpPr>
          <p:nvPr/>
        </p:nvSpPr>
        <p:spPr>
          <a:xfrm>
            <a:off x="166815" y="10421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AB008E79-3D23-C6F2-728B-FCEE4AEACF74}"/>
              </a:ext>
            </a:extLst>
          </p:cNvPr>
          <p:cNvSpPr/>
          <p:nvPr/>
        </p:nvSpPr>
        <p:spPr>
          <a:xfrm rot="4969210" flipH="1">
            <a:off x="2162338" y="422377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49D770-A474-D65F-3A01-FD337E6C8FEA}"/>
              </a:ext>
            </a:extLst>
          </p:cNvPr>
          <p:cNvSpPr>
            <a:spLocks noChangeAspect="1"/>
          </p:cNvSpPr>
          <p:nvPr/>
        </p:nvSpPr>
        <p:spPr>
          <a:xfrm rot="18902611">
            <a:off x="1487802" y="878600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A27D7E91-9B99-7EEE-24A3-0572D1D010F6}"/>
              </a:ext>
            </a:extLst>
          </p:cNvPr>
          <p:cNvSpPr/>
          <p:nvPr/>
        </p:nvSpPr>
        <p:spPr>
          <a:xfrm rot="15656625" flipH="1" flipV="1">
            <a:off x="1821172" y="-165376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BF5A8A2-0B50-75B3-8E0B-0298A4A0D1AF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436720" y="353972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BFAD6E-BC6A-18D5-BB04-E4130ECF1462}"/>
              </a:ext>
            </a:extLst>
          </p:cNvPr>
          <p:cNvSpPr>
            <a:spLocks noChangeAspect="1"/>
          </p:cNvSpPr>
          <p:nvPr/>
        </p:nvSpPr>
        <p:spPr>
          <a:xfrm>
            <a:off x="2636787" y="172387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Resources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DB3A79-1E77-8002-FBFB-545C79331E45}"/>
              </a:ext>
            </a:extLst>
          </p:cNvPr>
          <p:cNvSpPr txBox="1"/>
          <p:nvPr/>
        </p:nvSpPr>
        <p:spPr>
          <a:xfrm>
            <a:off x="1317747" y="1026353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716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F70E8FCD-C3B5-8311-4757-C5A65B481E0C}"/>
              </a:ext>
            </a:extLst>
          </p:cNvPr>
          <p:cNvSpPr>
            <a:spLocks noChangeAspect="1"/>
          </p:cNvSpPr>
          <p:nvPr/>
        </p:nvSpPr>
        <p:spPr>
          <a:xfrm>
            <a:off x="166815" y="97261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EC9BFB70-D61B-85E9-EA09-A11E61C27493}"/>
              </a:ext>
            </a:extLst>
          </p:cNvPr>
          <p:cNvSpPr/>
          <p:nvPr/>
        </p:nvSpPr>
        <p:spPr>
          <a:xfrm rot="15656625" flipH="1" flipV="1">
            <a:off x="1821172" y="-172329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287B260-7459-7AC3-DCE3-BAB1A5CF8D85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436720" y="347019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6FD361A-711E-9DEE-2E8E-1BA11EEA94AE}"/>
              </a:ext>
            </a:extLst>
          </p:cNvPr>
          <p:cNvSpPr>
            <a:spLocks noChangeAspect="1"/>
          </p:cNvSpPr>
          <p:nvPr/>
        </p:nvSpPr>
        <p:spPr>
          <a:xfrm>
            <a:off x="2636787" y="165434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0DF98-F002-70C1-BE4C-27054565ADC0}"/>
              </a:ext>
            </a:extLst>
          </p:cNvPr>
          <p:cNvSpPr txBox="1"/>
          <p:nvPr/>
        </p:nvSpPr>
        <p:spPr>
          <a:xfrm>
            <a:off x="2556722" y="-9207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576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727E59FA-1079-3EE2-3F54-7561BE643485}"/>
              </a:ext>
            </a:extLst>
          </p:cNvPr>
          <p:cNvSpPr>
            <a:spLocks noChangeAspect="1"/>
          </p:cNvSpPr>
          <p:nvPr/>
        </p:nvSpPr>
        <p:spPr>
          <a:xfrm>
            <a:off x="166815" y="104214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A1FE7F71-06CF-5EF6-9433-F74CDEA44ECA}"/>
              </a:ext>
            </a:extLst>
          </p:cNvPr>
          <p:cNvSpPr/>
          <p:nvPr/>
        </p:nvSpPr>
        <p:spPr>
          <a:xfrm rot="4969210" flipH="1">
            <a:off x="2162338" y="422377"/>
            <a:ext cx="261391" cy="1242586"/>
          </a:xfrm>
          <a:prstGeom prst="leftBracket">
            <a:avLst>
              <a:gd name="adj" fmla="val 237687"/>
            </a:avLst>
          </a:prstGeom>
          <a:noFill/>
          <a:ln w="38100">
            <a:solidFill>
              <a:srgbClr val="B477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2222F55-C666-1D61-3971-5A8A6854013D}"/>
              </a:ext>
            </a:extLst>
          </p:cNvPr>
          <p:cNvSpPr>
            <a:spLocks noChangeAspect="1"/>
          </p:cNvSpPr>
          <p:nvPr/>
        </p:nvSpPr>
        <p:spPr>
          <a:xfrm rot="18902611">
            <a:off x="1487802" y="878600"/>
            <a:ext cx="240005" cy="216000"/>
          </a:xfrm>
          <a:prstGeom prst="triangle">
            <a:avLst/>
          </a:prstGeom>
          <a:solidFill>
            <a:srgbClr val="B4771A"/>
          </a:solidFill>
          <a:ln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83349F70-F4EC-36EB-9E40-A3F935360B4D}"/>
              </a:ext>
            </a:extLst>
          </p:cNvPr>
          <p:cNvSpPr/>
          <p:nvPr/>
        </p:nvSpPr>
        <p:spPr>
          <a:xfrm rot="15656625" flipH="1" flipV="1">
            <a:off x="1821172" y="-165376"/>
            <a:ext cx="261391" cy="1242586"/>
          </a:xfrm>
          <a:prstGeom prst="leftBracket">
            <a:avLst>
              <a:gd name="adj" fmla="val 237687"/>
            </a:avLst>
          </a:pr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1E0881B7-8488-3127-DC96-2A79E796C531}"/>
              </a:ext>
            </a:extLst>
          </p:cNvPr>
          <p:cNvSpPr>
            <a:spLocks noChangeAspect="1"/>
          </p:cNvSpPr>
          <p:nvPr/>
        </p:nvSpPr>
        <p:spPr>
          <a:xfrm rot="4242162" flipV="1">
            <a:off x="2436720" y="353972"/>
            <a:ext cx="240005" cy="216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9A2065-85C3-947F-89B6-1C4C0AC380CD}"/>
              </a:ext>
            </a:extLst>
          </p:cNvPr>
          <p:cNvSpPr>
            <a:spLocks noChangeAspect="1"/>
          </p:cNvSpPr>
          <p:nvPr/>
        </p:nvSpPr>
        <p:spPr>
          <a:xfrm>
            <a:off x="2636787" y="172387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31B63F-7BF3-9B58-D722-75A0E71E57D5}"/>
              </a:ext>
            </a:extLst>
          </p:cNvPr>
          <p:cNvSpPr txBox="1"/>
          <p:nvPr/>
        </p:nvSpPr>
        <p:spPr>
          <a:xfrm>
            <a:off x="2556722" y="-92079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09B0AC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0ED95-21FE-B4D8-EF3F-6754BF63EC37}"/>
              </a:ext>
            </a:extLst>
          </p:cNvPr>
          <p:cNvSpPr txBox="1"/>
          <p:nvPr/>
        </p:nvSpPr>
        <p:spPr>
          <a:xfrm>
            <a:off x="1317747" y="1026353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B4771A"/>
                </a:solidFill>
                <a:latin typeface="Times New Roman" panose="02020603050405020304" pitchFamily="18" charset="0"/>
                <a:ea typeface="Lato Light" panose="020F0502020204030203" pitchFamily="34" charset="0"/>
                <a:cs typeface="Times New Roman" panose="02020603050405020304" pitchFamily="18" charset="0"/>
              </a:rPr>
              <a:t>+</a:t>
            </a:r>
            <a:endParaRPr lang="en-NL" sz="3200" dirty="0">
              <a:solidFill>
                <a:srgbClr val="B4771A"/>
              </a:solidFill>
              <a:latin typeface="Times New Roman" panose="02020603050405020304" pitchFamily="18" charset="0"/>
              <a:ea typeface="Lato Light" panose="020F050202020403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4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AADC-E880-0DBB-553F-991E3647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1CFAD2-DF1B-BDF9-B039-B6281E7A1291}"/>
              </a:ext>
            </a:extLst>
          </p:cNvPr>
          <p:cNvCxnSpPr>
            <a:cxnSpLocks/>
          </p:cNvCxnSpPr>
          <p:nvPr/>
        </p:nvCxnSpPr>
        <p:spPr>
          <a:xfrm flipH="1">
            <a:off x="1856501" y="638050"/>
            <a:ext cx="1528156" cy="0"/>
          </a:xfrm>
          <a:prstGeom prst="line">
            <a:avLst/>
          </a:prstGeom>
          <a:ln w="76200">
            <a:solidFill>
              <a:srgbClr val="CCC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6AC0DF-ADB5-1A2C-A398-E3C816958AE5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1816749" y="1223166"/>
            <a:ext cx="1528156" cy="1398515"/>
          </a:xfrm>
          <a:prstGeom prst="line">
            <a:avLst/>
          </a:prstGeom>
          <a:ln w="76200" cap="rnd">
            <a:solidFill>
              <a:srgbClr val="B4771A"/>
            </a:solidFill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B756F8-6EC6-D395-F7F6-7AF9A2BADC73}"/>
              </a:ext>
            </a:extLst>
          </p:cNvPr>
          <p:cNvCxnSpPr>
            <a:cxnSpLocks/>
            <a:stCxn id="20" idx="3"/>
          </p:cNvCxnSpPr>
          <p:nvPr/>
        </p:nvCxnSpPr>
        <p:spPr>
          <a:xfrm flipH="1" flipV="1">
            <a:off x="1664168" y="496665"/>
            <a:ext cx="1659048" cy="1392421"/>
          </a:xfrm>
          <a:prstGeom prst="line">
            <a:avLst/>
          </a:prstGeom>
          <a:ln w="762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21E9456-A9A6-B2BD-47D9-2F998783AB20}"/>
              </a:ext>
            </a:extLst>
          </p:cNvPr>
          <p:cNvSpPr/>
          <p:nvPr/>
        </p:nvSpPr>
        <p:spPr>
          <a:xfrm>
            <a:off x="14366" y="62740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1492E7-6EAD-CEC9-9973-BE047DE9E996}"/>
              </a:ext>
            </a:extLst>
          </p:cNvPr>
          <p:cNvSpPr/>
          <p:nvPr/>
        </p:nvSpPr>
        <p:spPr>
          <a:xfrm>
            <a:off x="3508482" y="62740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5E5E57-6485-CD27-E04E-3CD721360932}"/>
              </a:ext>
            </a:extLst>
          </p:cNvPr>
          <p:cNvSpPr/>
          <p:nvPr/>
        </p:nvSpPr>
        <p:spPr>
          <a:xfrm>
            <a:off x="3508482" y="2027315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0FC741A9-0792-B512-978F-F6D5C135DEB6}"/>
              </a:ext>
            </a:extLst>
          </p:cNvPr>
          <p:cNvSpPr>
            <a:spLocks noChangeAspect="1"/>
          </p:cNvSpPr>
          <p:nvPr/>
        </p:nvSpPr>
        <p:spPr>
          <a:xfrm rot="5400000">
            <a:off x="3242479" y="510668"/>
            <a:ext cx="280006" cy="252000"/>
          </a:xfrm>
          <a:prstGeom prst="triangle">
            <a:avLst/>
          </a:prstGeom>
          <a:solidFill>
            <a:srgbClr val="CC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63ACE70-2168-B1A1-C105-4049E0E2CA62}"/>
              </a:ext>
            </a:extLst>
          </p:cNvPr>
          <p:cNvSpPr>
            <a:spLocks noChangeAspect="1"/>
          </p:cNvSpPr>
          <p:nvPr/>
        </p:nvSpPr>
        <p:spPr>
          <a:xfrm rot="5400000">
            <a:off x="3242479" y="2495681"/>
            <a:ext cx="280006" cy="252000"/>
          </a:xfrm>
          <a:prstGeom prst="triangle">
            <a:avLst/>
          </a:prstGeom>
          <a:solidFill>
            <a:srgbClr val="0056A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FAD57D-0CE1-7E75-77E5-9559DA3CE53D}"/>
              </a:ext>
            </a:extLst>
          </p:cNvPr>
          <p:cNvCxnSpPr>
            <a:cxnSpLocks/>
          </p:cNvCxnSpPr>
          <p:nvPr/>
        </p:nvCxnSpPr>
        <p:spPr>
          <a:xfrm flipH="1">
            <a:off x="1816749" y="2624950"/>
            <a:ext cx="1528156" cy="0"/>
          </a:xfrm>
          <a:prstGeom prst="line">
            <a:avLst/>
          </a:prstGeom>
          <a:ln w="76200" cap="rnd">
            <a:solidFill>
              <a:srgbClr val="0056A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0C162F5D-5409-F7D0-0544-30B4932DD21D}"/>
              </a:ext>
            </a:extLst>
          </p:cNvPr>
          <p:cNvSpPr>
            <a:spLocks noChangeAspect="1"/>
          </p:cNvSpPr>
          <p:nvPr/>
        </p:nvSpPr>
        <p:spPr>
          <a:xfrm rot="7754216">
            <a:off x="3280805" y="1842785"/>
            <a:ext cx="280006" cy="252000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B6F160B-A183-5A1D-9417-DDFF98211E7D}"/>
              </a:ext>
            </a:extLst>
          </p:cNvPr>
          <p:cNvSpPr>
            <a:spLocks noChangeAspect="1"/>
          </p:cNvSpPr>
          <p:nvPr/>
        </p:nvSpPr>
        <p:spPr>
          <a:xfrm rot="2918061">
            <a:off x="3299466" y="1013897"/>
            <a:ext cx="280006" cy="252000"/>
          </a:xfrm>
          <a:prstGeom prst="triangle">
            <a:avLst/>
          </a:prstGeom>
          <a:solidFill>
            <a:srgbClr val="B4771A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39FDB-90E0-1519-4BE5-C97DDAA67B09}"/>
              </a:ext>
            </a:extLst>
          </p:cNvPr>
          <p:cNvSpPr/>
          <p:nvPr/>
        </p:nvSpPr>
        <p:spPr>
          <a:xfrm>
            <a:off x="14366" y="2027315"/>
            <a:ext cx="1965960" cy="1017270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806AE5-BEAB-648C-647B-D9E388D0E77C}"/>
              </a:ext>
            </a:extLst>
          </p:cNvPr>
          <p:cNvSpPr txBox="1"/>
          <p:nvPr/>
        </p:nvSpPr>
        <p:spPr>
          <a:xfrm>
            <a:off x="2374588" y="244392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CC56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0.68</a:t>
            </a:r>
            <a:endParaRPr lang="en-NL" dirty="0">
              <a:solidFill>
                <a:srgbClr val="CCC568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EE6FD8-A000-535F-FEAA-0426E9C6A875}"/>
              </a:ext>
            </a:extLst>
          </p:cNvPr>
          <p:cNvSpPr txBox="1"/>
          <p:nvPr/>
        </p:nvSpPr>
        <p:spPr>
          <a:xfrm>
            <a:off x="2388415" y="2187057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56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0.80</a:t>
            </a:r>
            <a:endParaRPr lang="en-NL" dirty="0">
              <a:solidFill>
                <a:srgbClr val="0056A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CE6F0B-49EE-3CA4-2AAC-071E62C74C84}"/>
              </a:ext>
            </a:extLst>
          </p:cNvPr>
          <p:cNvSpPr txBox="1"/>
          <p:nvPr/>
        </p:nvSpPr>
        <p:spPr>
          <a:xfrm>
            <a:off x="1905668" y="1117971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0.05</a:t>
            </a:r>
            <a:endParaRPr lang="en-NL" dirty="0">
              <a:solidFill>
                <a:srgbClr val="09B0A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672D42-982F-2149-A369-61F5B5E728D6}"/>
              </a:ext>
            </a:extLst>
          </p:cNvPr>
          <p:cNvSpPr txBox="1"/>
          <p:nvPr/>
        </p:nvSpPr>
        <p:spPr>
          <a:xfrm>
            <a:off x="1905668" y="1646828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4771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0.15</a:t>
            </a:r>
            <a:endParaRPr lang="en-NL" dirty="0">
              <a:solidFill>
                <a:srgbClr val="B4771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14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224F5F-4D70-EC07-0CAF-A42DC922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3CB5C776-7F4A-BFAF-FF6F-80F2D54E7EA5}"/>
              </a:ext>
            </a:extLst>
          </p:cNvPr>
          <p:cNvSpPr txBox="1"/>
          <p:nvPr/>
        </p:nvSpPr>
        <p:spPr>
          <a:xfrm>
            <a:off x="1464536" y="1138361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A4A34787-DBC0-59F1-B401-96B698775CD5}"/>
              </a:ext>
            </a:extLst>
          </p:cNvPr>
          <p:cNvSpPr/>
          <p:nvPr/>
        </p:nvSpPr>
        <p:spPr>
          <a:xfrm>
            <a:off x="398153" y="1411800"/>
            <a:ext cx="283911" cy="975247"/>
          </a:xfrm>
          <a:custGeom>
            <a:avLst/>
            <a:gdLst>
              <a:gd name="csX0" fmla="*/ 283911 w 283911"/>
              <a:gd name="csY0" fmla="*/ 975247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  <a:gd name="csX4" fmla="*/ 283911 w 283911"/>
              <a:gd name="csY4" fmla="*/ 975247 h 975247"/>
              <a:gd name="csX0" fmla="*/ 283911 w 283911"/>
              <a:gd name="csY0" fmla="*/ 975247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  <a:gd name="csX0" fmla="*/ 283911 w 283911"/>
              <a:gd name="csY0" fmla="*/ 975247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  <a:gd name="csX4" fmla="*/ 283911 w 283911"/>
              <a:gd name="csY4" fmla="*/ 975247 h 975247"/>
              <a:gd name="csX0" fmla="*/ 217924 w 283911"/>
              <a:gd name="csY0" fmla="*/ 940682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  <a:gd name="csX0" fmla="*/ 283911 w 283911"/>
              <a:gd name="csY0" fmla="*/ 975247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  <a:gd name="csX4" fmla="*/ 283911 w 283911"/>
              <a:gd name="csY4" fmla="*/ 975247 h 975247"/>
              <a:gd name="csX0" fmla="*/ 217924 w 283911"/>
              <a:gd name="csY0" fmla="*/ 940682 h 975247"/>
              <a:gd name="csX1" fmla="*/ 0 w 283911"/>
              <a:gd name="csY1" fmla="*/ 487623 h 975247"/>
              <a:gd name="csX2" fmla="*/ 0 w 283911"/>
              <a:gd name="csY2" fmla="*/ 487624 h 975247"/>
              <a:gd name="csX3" fmla="*/ 283911 w 283911"/>
              <a:gd name="csY3" fmla="*/ 0 h 9752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3911" h="975247" stroke="0" extrusionOk="0">
                <a:moveTo>
                  <a:pt x="283911" y="975247"/>
                </a:moveTo>
                <a:cubicBezTo>
                  <a:pt x="127111" y="975247"/>
                  <a:pt x="0" y="756930"/>
                  <a:pt x="0" y="487623"/>
                </a:cubicBezTo>
                <a:lnTo>
                  <a:pt x="0" y="487624"/>
                </a:lnTo>
                <a:cubicBezTo>
                  <a:pt x="0" y="218317"/>
                  <a:pt x="127111" y="0"/>
                  <a:pt x="283911" y="0"/>
                </a:cubicBezTo>
                <a:lnTo>
                  <a:pt x="283911" y="975247"/>
                </a:lnTo>
                <a:close/>
              </a:path>
              <a:path w="283911" h="975247" fill="none">
                <a:moveTo>
                  <a:pt x="217924" y="940682"/>
                </a:moveTo>
                <a:cubicBezTo>
                  <a:pt x="61124" y="931255"/>
                  <a:pt x="0" y="756930"/>
                  <a:pt x="0" y="487623"/>
                </a:cubicBezTo>
                <a:lnTo>
                  <a:pt x="0" y="487624"/>
                </a:lnTo>
                <a:cubicBezTo>
                  <a:pt x="0" y="218317"/>
                  <a:pt x="127111" y="0"/>
                  <a:pt x="283911" y="0"/>
                </a:cubicBezTo>
              </a:path>
            </a:pathLst>
          </a:cu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18EEE740-8318-A693-CA5D-4698C43E445C}"/>
              </a:ext>
            </a:extLst>
          </p:cNvPr>
          <p:cNvSpPr/>
          <p:nvPr/>
        </p:nvSpPr>
        <p:spPr>
          <a:xfrm flipH="1">
            <a:off x="1380022" y="1442085"/>
            <a:ext cx="226076" cy="1011400"/>
          </a:xfrm>
          <a:custGeom>
            <a:avLst/>
            <a:gdLst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226076 w 226076"/>
              <a:gd name="csY3" fmla="*/ 0 h 1011400"/>
              <a:gd name="csX4" fmla="*/ 226076 w 226076"/>
              <a:gd name="csY4" fmla="*/ 1011400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226076 w 226076"/>
              <a:gd name="csY3" fmla="*/ 0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226076 w 226076"/>
              <a:gd name="csY3" fmla="*/ 0 h 1011400"/>
              <a:gd name="csX4" fmla="*/ 226076 w 226076"/>
              <a:gd name="csY4" fmla="*/ 1011400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182084 w 226076"/>
              <a:gd name="csY3" fmla="*/ 12569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226076 w 226076"/>
              <a:gd name="csY3" fmla="*/ 0 h 1011400"/>
              <a:gd name="csX4" fmla="*/ 226076 w 226076"/>
              <a:gd name="csY4" fmla="*/ 1011400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182084 w 226076"/>
              <a:gd name="csY3" fmla="*/ 12569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226076 w 226076"/>
              <a:gd name="csY3" fmla="*/ 0 h 1011400"/>
              <a:gd name="csX4" fmla="*/ 226076 w 226076"/>
              <a:gd name="csY4" fmla="*/ 1011400 h 1011400"/>
              <a:gd name="csX0" fmla="*/ 226076 w 226076"/>
              <a:gd name="csY0" fmla="*/ 1011400 h 1011400"/>
              <a:gd name="csX1" fmla="*/ 0 w 226076"/>
              <a:gd name="csY1" fmla="*/ 513284 h 1011400"/>
              <a:gd name="csX2" fmla="*/ 0 w 226076"/>
              <a:gd name="csY2" fmla="*/ 498116 h 1011400"/>
              <a:gd name="csX3" fmla="*/ 182084 w 226076"/>
              <a:gd name="csY3" fmla="*/ 12569 h 1011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6076" h="1011400" stroke="0" extrusionOk="0">
                <a:moveTo>
                  <a:pt x="226076" y="1011400"/>
                </a:moveTo>
                <a:cubicBezTo>
                  <a:pt x="101218" y="1011400"/>
                  <a:pt x="0" y="788386"/>
                  <a:pt x="0" y="513284"/>
                </a:cubicBezTo>
                <a:lnTo>
                  <a:pt x="0" y="498116"/>
                </a:lnTo>
                <a:cubicBezTo>
                  <a:pt x="0" y="223014"/>
                  <a:pt x="101218" y="0"/>
                  <a:pt x="226076" y="0"/>
                </a:cubicBezTo>
                <a:lnTo>
                  <a:pt x="226076" y="1011400"/>
                </a:lnTo>
                <a:close/>
              </a:path>
              <a:path w="226076" h="1011400" fill="none">
                <a:moveTo>
                  <a:pt x="226076" y="1011400"/>
                </a:moveTo>
                <a:cubicBezTo>
                  <a:pt x="101218" y="1011400"/>
                  <a:pt x="0" y="788386"/>
                  <a:pt x="0" y="513284"/>
                </a:cubicBezTo>
                <a:lnTo>
                  <a:pt x="0" y="498116"/>
                </a:lnTo>
                <a:cubicBezTo>
                  <a:pt x="0" y="223014"/>
                  <a:pt x="63511" y="40850"/>
                  <a:pt x="182084" y="12569"/>
                </a:cubicBezTo>
              </a:path>
            </a:pathLst>
          </a:cu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079DC83A-E04C-5176-34D4-56D524DF9641}"/>
              </a:ext>
            </a:extLst>
          </p:cNvPr>
          <p:cNvSpPr/>
          <p:nvPr/>
        </p:nvSpPr>
        <p:spPr>
          <a:xfrm rot="19411434" flipH="1">
            <a:off x="2132585" y="869438"/>
            <a:ext cx="244078" cy="2272592"/>
          </a:xfrm>
          <a:custGeom>
            <a:avLst/>
            <a:gdLst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0" fmla="*/ 244306 w 244306"/>
              <a:gd name="csY0" fmla="*/ 2272592 h 2272592"/>
              <a:gd name="csX1" fmla="*/ 228 w 244306"/>
              <a:gd name="csY1" fmla="*/ 1382732 h 2272592"/>
              <a:gd name="csX2" fmla="*/ 228 w 244306"/>
              <a:gd name="csY2" fmla="*/ 889860 h 2272592"/>
              <a:gd name="csX3" fmla="*/ 244306 w 244306"/>
              <a:gd name="csY3" fmla="*/ 0 h 2272592"/>
              <a:gd name="csX4" fmla="*/ 244306 w 244306"/>
              <a:gd name="csY4" fmla="*/ 2272592 h 2272592"/>
              <a:gd name="csX0" fmla="*/ 244306 w 244306"/>
              <a:gd name="csY0" fmla="*/ 2272592 h 2272592"/>
              <a:gd name="csX1" fmla="*/ 228 w 244306"/>
              <a:gd name="csY1" fmla="*/ 1382732 h 2272592"/>
              <a:gd name="csX2" fmla="*/ 228 w 244306"/>
              <a:gd name="csY2" fmla="*/ 889860 h 2272592"/>
              <a:gd name="csX3" fmla="*/ 123801 w 244306"/>
              <a:gd name="csY3" fmla="*/ 15943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123573 w 244078"/>
              <a:gd name="csY3" fmla="*/ 15943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123573 w 244078"/>
              <a:gd name="csY3" fmla="*/ 15943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115442 w 244078"/>
              <a:gd name="csY3" fmla="*/ 153720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115442 w 244078"/>
              <a:gd name="csY3" fmla="*/ 153720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244078 w 244078"/>
              <a:gd name="csY3" fmla="*/ 0 h 2272592"/>
              <a:gd name="csX4" fmla="*/ 244078 w 244078"/>
              <a:gd name="csY4" fmla="*/ 2272592 h 2272592"/>
              <a:gd name="csX0" fmla="*/ 244078 w 244078"/>
              <a:gd name="csY0" fmla="*/ 2272592 h 2272592"/>
              <a:gd name="csX1" fmla="*/ 0 w 244078"/>
              <a:gd name="csY1" fmla="*/ 1382732 h 2272592"/>
              <a:gd name="csX2" fmla="*/ 0 w 244078"/>
              <a:gd name="csY2" fmla="*/ 889860 h 2272592"/>
              <a:gd name="csX3" fmla="*/ 109837 w 244078"/>
              <a:gd name="csY3" fmla="*/ 146140 h 2272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4078" h="2272592" stroke="0" extrusionOk="0">
                <a:moveTo>
                  <a:pt x="244078" y="2272592"/>
                </a:moveTo>
                <a:cubicBezTo>
                  <a:pt x="109277" y="2272592"/>
                  <a:pt x="0" y="1874188"/>
                  <a:pt x="0" y="1382732"/>
                </a:cubicBezTo>
                <a:lnTo>
                  <a:pt x="0" y="889860"/>
                </a:lnTo>
                <a:cubicBezTo>
                  <a:pt x="0" y="398404"/>
                  <a:pt x="109277" y="0"/>
                  <a:pt x="244078" y="0"/>
                </a:cubicBezTo>
                <a:lnTo>
                  <a:pt x="244078" y="2272592"/>
                </a:lnTo>
                <a:close/>
              </a:path>
              <a:path w="244078" h="2272592" fill="none">
                <a:moveTo>
                  <a:pt x="244078" y="2272592"/>
                </a:moveTo>
                <a:cubicBezTo>
                  <a:pt x="109277" y="2272592"/>
                  <a:pt x="0" y="1874188"/>
                  <a:pt x="0" y="1382732"/>
                </a:cubicBezTo>
                <a:lnTo>
                  <a:pt x="0" y="889860"/>
                </a:lnTo>
                <a:cubicBezTo>
                  <a:pt x="0" y="398404"/>
                  <a:pt x="33280" y="267207"/>
                  <a:pt x="109837" y="146140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D1629CCA-F76A-32A4-064D-904BBEC70BA0}"/>
              </a:ext>
            </a:extLst>
          </p:cNvPr>
          <p:cNvSpPr/>
          <p:nvPr/>
        </p:nvSpPr>
        <p:spPr>
          <a:xfrm>
            <a:off x="2871773" y="1411800"/>
            <a:ext cx="307491" cy="994197"/>
          </a:xfrm>
          <a:custGeom>
            <a:avLst/>
            <a:gdLst>
              <a:gd name="csX0" fmla="*/ 307491 w 307491"/>
              <a:gd name="csY0" fmla="*/ 994197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  <a:gd name="csX4" fmla="*/ 307491 w 307491"/>
              <a:gd name="csY4" fmla="*/ 994197 h 994197"/>
              <a:gd name="csX0" fmla="*/ 307491 w 307491"/>
              <a:gd name="csY0" fmla="*/ 994197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  <a:gd name="csX0" fmla="*/ 307491 w 307491"/>
              <a:gd name="csY0" fmla="*/ 994197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  <a:gd name="csX4" fmla="*/ 307491 w 307491"/>
              <a:gd name="csY4" fmla="*/ 994197 h 994197"/>
              <a:gd name="csX0" fmla="*/ 191227 w 307491"/>
              <a:gd name="csY0" fmla="*/ 962774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  <a:gd name="csX0" fmla="*/ 307491 w 307491"/>
              <a:gd name="csY0" fmla="*/ 994197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  <a:gd name="csX4" fmla="*/ 307491 w 307491"/>
              <a:gd name="csY4" fmla="*/ 994197 h 994197"/>
              <a:gd name="csX0" fmla="*/ 191227 w 307491"/>
              <a:gd name="csY0" fmla="*/ 962774 h 994197"/>
              <a:gd name="csX1" fmla="*/ 0 w 307491"/>
              <a:gd name="csY1" fmla="*/ 497098 h 994197"/>
              <a:gd name="csX2" fmla="*/ 0 w 307491"/>
              <a:gd name="csY2" fmla="*/ 497099 h 994197"/>
              <a:gd name="csX3" fmla="*/ 307491 w 307491"/>
              <a:gd name="csY3" fmla="*/ 0 h 9941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7491" h="994197" stroke="0" extrusionOk="0">
                <a:moveTo>
                  <a:pt x="307491" y="994197"/>
                </a:moveTo>
                <a:cubicBezTo>
                  <a:pt x="137668" y="994197"/>
                  <a:pt x="0" y="771638"/>
                  <a:pt x="0" y="497098"/>
                </a:cubicBezTo>
                <a:lnTo>
                  <a:pt x="0" y="497099"/>
                </a:lnTo>
                <a:cubicBezTo>
                  <a:pt x="0" y="222559"/>
                  <a:pt x="137668" y="0"/>
                  <a:pt x="307491" y="0"/>
                </a:cubicBezTo>
                <a:lnTo>
                  <a:pt x="307491" y="994197"/>
                </a:lnTo>
                <a:close/>
              </a:path>
              <a:path w="307491" h="994197" fill="none">
                <a:moveTo>
                  <a:pt x="191227" y="962774"/>
                </a:moveTo>
                <a:cubicBezTo>
                  <a:pt x="43400" y="912498"/>
                  <a:pt x="0" y="771638"/>
                  <a:pt x="0" y="497098"/>
                </a:cubicBezTo>
                <a:lnTo>
                  <a:pt x="0" y="497099"/>
                </a:lnTo>
                <a:cubicBezTo>
                  <a:pt x="0" y="222559"/>
                  <a:pt x="137668" y="0"/>
                  <a:pt x="307491" y="0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DF228722-4D4D-0452-5F98-8A52D14DDF51}"/>
              </a:ext>
            </a:extLst>
          </p:cNvPr>
          <p:cNvSpPr/>
          <p:nvPr/>
        </p:nvSpPr>
        <p:spPr>
          <a:xfrm flipH="1">
            <a:off x="3805230" y="1430749"/>
            <a:ext cx="268974" cy="975247"/>
          </a:xfrm>
          <a:custGeom>
            <a:avLst/>
            <a:gdLst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68974 w 268974"/>
              <a:gd name="csY3" fmla="*/ 0 h 975247"/>
              <a:gd name="csX4" fmla="*/ 268974 w 268974"/>
              <a:gd name="csY4" fmla="*/ 975247 h 975247"/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68974 w 268974"/>
              <a:gd name="csY3" fmla="*/ 0 h 975247"/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68974 w 268974"/>
              <a:gd name="csY3" fmla="*/ 0 h 975247"/>
              <a:gd name="csX4" fmla="*/ 268974 w 268974"/>
              <a:gd name="csY4" fmla="*/ 975247 h 975247"/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02987 w 268974"/>
              <a:gd name="csY3" fmla="*/ 37708 h 975247"/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68974 w 268974"/>
              <a:gd name="csY3" fmla="*/ 0 h 975247"/>
              <a:gd name="csX4" fmla="*/ 268974 w 268974"/>
              <a:gd name="csY4" fmla="*/ 975247 h 975247"/>
              <a:gd name="csX0" fmla="*/ 268974 w 268974"/>
              <a:gd name="csY0" fmla="*/ 975247 h 975247"/>
              <a:gd name="csX1" fmla="*/ 0 w 268974"/>
              <a:gd name="csY1" fmla="*/ 487623 h 975247"/>
              <a:gd name="csX2" fmla="*/ 0 w 268974"/>
              <a:gd name="csY2" fmla="*/ 487624 h 975247"/>
              <a:gd name="csX3" fmla="*/ 202987 w 268974"/>
              <a:gd name="csY3" fmla="*/ 37708 h 9752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8974" h="975247" stroke="0" extrusionOk="0">
                <a:moveTo>
                  <a:pt x="268974" y="975247"/>
                </a:moveTo>
                <a:cubicBezTo>
                  <a:pt x="120424" y="975247"/>
                  <a:pt x="0" y="756930"/>
                  <a:pt x="0" y="487623"/>
                </a:cubicBezTo>
                <a:lnTo>
                  <a:pt x="0" y="487624"/>
                </a:lnTo>
                <a:cubicBezTo>
                  <a:pt x="0" y="218317"/>
                  <a:pt x="120424" y="0"/>
                  <a:pt x="268974" y="0"/>
                </a:cubicBezTo>
                <a:lnTo>
                  <a:pt x="268974" y="975247"/>
                </a:lnTo>
                <a:close/>
              </a:path>
              <a:path w="268974" h="975247" fill="none">
                <a:moveTo>
                  <a:pt x="268974" y="975247"/>
                </a:moveTo>
                <a:cubicBezTo>
                  <a:pt x="120424" y="975247"/>
                  <a:pt x="0" y="756930"/>
                  <a:pt x="0" y="487623"/>
                </a:cubicBezTo>
                <a:lnTo>
                  <a:pt x="0" y="487624"/>
                </a:lnTo>
                <a:cubicBezTo>
                  <a:pt x="0" y="218317"/>
                  <a:pt x="54437" y="91126"/>
                  <a:pt x="202987" y="37708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DFC44DDE-982D-48CC-074E-FEDFDFC5A2DF}"/>
              </a:ext>
            </a:extLst>
          </p:cNvPr>
          <p:cNvSpPr/>
          <p:nvPr/>
        </p:nvSpPr>
        <p:spPr>
          <a:xfrm rot="5400000" flipH="1">
            <a:off x="2233489" y="2681566"/>
            <a:ext cx="185708" cy="1180325"/>
          </a:xfrm>
          <a:custGeom>
            <a:avLst/>
            <a:gdLst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54286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0" fmla="*/ 185708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  <a:gd name="csX4" fmla="*/ 185708 w 185708"/>
              <a:gd name="csY4" fmla="*/ 1180325 h 1180325"/>
              <a:gd name="csX0" fmla="*/ 154286 w 185708"/>
              <a:gd name="csY0" fmla="*/ 1180325 h 1180325"/>
              <a:gd name="csX1" fmla="*/ 0 w 185708"/>
              <a:gd name="csY1" fmla="*/ 590162 h 1180325"/>
              <a:gd name="csX2" fmla="*/ 0 w 185708"/>
              <a:gd name="csY2" fmla="*/ 590163 h 1180325"/>
              <a:gd name="csX3" fmla="*/ 185708 w 185708"/>
              <a:gd name="csY3" fmla="*/ 0 h 1180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5708" h="1180325" stroke="0" extrusionOk="0">
                <a:moveTo>
                  <a:pt x="185708" y="1180325"/>
                </a:moveTo>
                <a:cubicBezTo>
                  <a:pt x="83144" y="1180325"/>
                  <a:pt x="0" y="916100"/>
                  <a:pt x="0" y="590162"/>
                </a:cubicBezTo>
                <a:lnTo>
                  <a:pt x="0" y="590163"/>
                </a:lnTo>
                <a:cubicBezTo>
                  <a:pt x="0" y="264225"/>
                  <a:pt x="83144" y="0"/>
                  <a:pt x="185708" y="0"/>
                </a:cubicBezTo>
                <a:lnTo>
                  <a:pt x="185708" y="1180325"/>
                </a:lnTo>
                <a:close/>
              </a:path>
              <a:path w="185708" h="1180325" fill="none">
                <a:moveTo>
                  <a:pt x="154286" y="1180325"/>
                </a:moveTo>
                <a:cubicBezTo>
                  <a:pt x="67433" y="1126906"/>
                  <a:pt x="0" y="916100"/>
                  <a:pt x="0" y="590162"/>
                </a:cubicBezTo>
                <a:lnTo>
                  <a:pt x="0" y="590163"/>
                </a:lnTo>
                <a:cubicBezTo>
                  <a:pt x="0" y="264225"/>
                  <a:pt x="83144" y="0"/>
                  <a:pt x="185708" y="0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D4CCF95F-A719-ADB6-4F64-416EF486E55D}"/>
              </a:ext>
            </a:extLst>
          </p:cNvPr>
          <p:cNvSpPr/>
          <p:nvPr/>
        </p:nvSpPr>
        <p:spPr>
          <a:xfrm rot="19896630">
            <a:off x="1079865" y="3624373"/>
            <a:ext cx="322790" cy="990860"/>
          </a:xfrm>
          <a:custGeom>
            <a:avLst/>
            <a:gdLst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189206 w 322790"/>
              <a:gd name="csY0" fmla="*/ 931623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189206 w 322790"/>
              <a:gd name="csY0" fmla="*/ 931623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90860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322790 w 322790"/>
              <a:gd name="csY3" fmla="*/ 15613 h 990860"/>
              <a:gd name="csX4" fmla="*/ 322790 w 322790"/>
              <a:gd name="csY4" fmla="*/ 990860 h 990860"/>
              <a:gd name="csX0" fmla="*/ 189206 w 322790"/>
              <a:gd name="csY0" fmla="*/ 947236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206768 w 322790"/>
              <a:gd name="csY3" fmla="*/ 0 h 990860"/>
              <a:gd name="csX0" fmla="*/ 325826 w 325826"/>
              <a:gd name="csY0" fmla="*/ 990860 h 990860"/>
              <a:gd name="csX1" fmla="*/ 3036 w 325826"/>
              <a:gd name="csY1" fmla="*/ 503236 h 990860"/>
              <a:gd name="csX2" fmla="*/ 3036 w 325826"/>
              <a:gd name="csY2" fmla="*/ 503237 h 990860"/>
              <a:gd name="csX3" fmla="*/ 325826 w 325826"/>
              <a:gd name="csY3" fmla="*/ 15613 h 990860"/>
              <a:gd name="csX4" fmla="*/ 325826 w 325826"/>
              <a:gd name="csY4" fmla="*/ 990860 h 990860"/>
              <a:gd name="csX0" fmla="*/ 192242 w 325826"/>
              <a:gd name="csY0" fmla="*/ 947236 h 990860"/>
              <a:gd name="csX1" fmla="*/ 3036 w 325826"/>
              <a:gd name="csY1" fmla="*/ 503236 h 990860"/>
              <a:gd name="csX2" fmla="*/ 3036 w 325826"/>
              <a:gd name="csY2" fmla="*/ 503237 h 990860"/>
              <a:gd name="csX3" fmla="*/ 209804 w 325826"/>
              <a:gd name="csY3" fmla="*/ 0 h 990860"/>
              <a:gd name="csX0" fmla="*/ 322790 w 322790"/>
              <a:gd name="csY0" fmla="*/ 990860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322790 w 322790"/>
              <a:gd name="csY3" fmla="*/ 15613 h 990860"/>
              <a:gd name="csX4" fmla="*/ 322790 w 322790"/>
              <a:gd name="csY4" fmla="*/ 990860 h 990860"/>
              <a:gd name="csX0" fmla="*/ 189206 w 322790"/>
              <a:gd name="csY0" fmla="*/ 947236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206768 w 322790"/>
              <a:gd name="csY3" fmla="*/ 0 h 990860"/>
              <a:gd name="csX0" fmla="*/ 322790 w 322790"/>
              <a:gd name="csY0" fmla="*/ 990860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322790 w 322790"/>
              <a:gd name="csY3" fmla="*/ 15613 h 990860"/>
              <a:gd name="csX4" fmla="*/ 322790 w 322790"/>
              <a:gd name="csY4" fmla="*/ 990860 h 990860"/>
              <a:gd name="csX0" fmla="*/ 189206 w 322790"/>
              <a:gd name="csY0" fmla="*/ 947236 h 990860"/>
              <a:gd name="csX1" fmla="*/ 0 w 322790"/>
              <a:gd name="csY1" fmla="*/ 503236 h 990860"/>
              <a:gd name="csX2" fmla="*/ 0 w 322790"/>
              <a:gd name="csY2" fmla="*/ 503237 h 990860"/>
              <a:gd name="csX3" fmla="*/ 206768 w 322790"/>
              <a:gd name="csY3" fmla="*/ 0 h 990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22790" h="990860" stroke="0" extrusionOk="0">
                <a:moveTo>
                  <a:pt x="322790" y="990860"/>
                </a:moveTo>
                <a:cubicBezTo>
                  <a:pt x="144518" y="990860"/>
                  <a:pt x="0" y="772543"/>
                  <a:pt x="0" y="503236"/>
                </a:cubicBezTo>
                <a:lnTo>
                  <a:pt x="0" y="503237"/>
                </a:lnTo>
                <a:cubicBezTo>
                  <a:pt x="0" y="233930"/>
                  <a:pt x="144518" y="15613"/>
                  <a:pt x="322790" y="15613"/>
                </a:cubicBezTo>
                <a:lnTo>
                  <a:pt x="322790" y="990860"/>
                </a:lnTo>
                <a:close/>
              </a:path>
              <a:path w="322790" h="990860" fill="none">
                <a:moveTo>
                  <a:pt x="189206" y="947236"/>
                </a:moveTo>
                <a:cubicBezTo>
                  <a:pt x="44473" y="865352"/>
                  <a:pt x="0" y="772543"/>
                  <a:pt x="0" y="503236"/>
                </a:cubicBezTo>
                <a:lnTo>
                  <a:pt x="0" y="503237"/>
                </a:lnTo>
                <a:cubicBezTo>
                  <a:pt x="0" y="233930"/>
                  <a:pt x="72619" y="111304"/>
                  <a:pt x="206768" y="0"/>
                </a:cubicBezTo>
              </a:path>
            </a:pathLst>
          </a:cu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920A1FC4-45AA-1703-DEE5-B7367A7D1472}"/>
              </a:ext>
            </a:extLst>
          </p:cNvPr>
          <p:cNvSpPr/>
          <p:nvPr/>
        </p:nvSpPr>
        <p:spPr>
          <a:xfrm rot="2188566">
            <a:off x="2110700" y="831734"/>
            <a:ext cx="244078" cy="2254284"/>
          </a:xfrm>
          <a:custGeom>
            <a:avLst/>
            <a:gdLst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244078 w 244078"/>
              <a:gd name="csY3" fmla="*/ 0 h 2254284"/>
              <a:gd name="csX4" fmla="*/ 244078 w 244078"/>
              <a:gd name="csY4" fmla="*/ 2254284 h 2254284"/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244078 w 244078"/>
              <a:gd name="csY3" fmla="*/ 0 h 2254284"/>
              <a:gd name="csX0" fmla="*/ 244386 w 244386"/>
              <a:gd name="csY0" fmla="*/ 2254284 h 2254284"/>
              <a:gd name="csX1" fmla="*/ 308 w 244386"/>
              <a:gd name="csY1" fmla="*/ 1364424 h 2254284"/>
              <a:gd name="csX2" fmla="*/ 308 w 244386"/>
              <a:gd name="csY2" fmla="*/ 889860 h 2254284"/>
              <a:gd name="csX3" fmla="*/ 244386 w 244386"/>
              <a:gd name="csY3" fmla="*/ 0 h 2254284"/>
              <a:gd name="csX4" fmla="*/ 244386 w 244386"/>
              <a:gd name="csY4" fmla="*/ 2254284 h 2254284"/>
              <a:gd name="csX0" fmla="*/ 244386 w 244386"/>
              <a:gd name="csY0" fmla="*/ 2254284 h 2254284"/>
              <a:gd name="csX1" fmla="*/ 308 w 244386"/>
              <a:gd name="csY1" fmla="*/ 1364424 h 2254284"/>
              <a:gd name="csX2" fmla="*/ 308 w 244386"/>
              <a:gd name="csY2" fmla="*/ 889860 h 2254284"/>
              <a:gd name="csX3" fmla="*/ 122564 w 244386"/>
              <a:gd name="csY3" fmla="*/ 168221 h 2254284"/>
              <a:gd name="csX0" fmla="*/ 244909 w 244909"/>
              <a:gd name="csY0" fmla="*/ 2254284 h 2254284"/>
              <a:gd name="csX1" fmla="*/ 831 w 244909"/>
              <a:gd name="csY1" fmla="*/ 1364424 h 2254284"/>
              <a:gd name="csX2" fmla="*/ 831 w 244909"/>
              <a:gd name="csY2" fmla="*/ 889860 h 2254284"/>
              <a:gd name="csX3" fmla="*/ 244909 w 244909"/>
              <a:gd name="csY3" fmla="*/ 0 h 2254284"/>
              <a:gd name="csX4" fmla="*/ 244909 w 244909"/>
              <a:gd name="csY4" fmla="*/ 2254284 h 2254284"/>
              <a:gd name="csX0" fmla="*/ 244909 w 244909"/>
              <a:gd name="csY0" fmla="*/ 2254284 h 2254284"/>
              <a:gd name="csX1" fmla="*/ 831 w 244909"/>
              <a:gd name="csY1" fmla="*/ 1364424 h 2254284"/>
              <a:gd name="csX2" fmla="*/ 831 w 244909"/>
              <a:gd name="csY2" fmla="*/ 889860 h 2254284"/>
              <a:gd name="csX3" fmla="*/ 123087 w 244909"/>
              <a:gd name="csY3" fmla="*/ 168221 h 2254284"/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244078 w 244078"/>
              <a:gd name="csY3" fmla="*/ 0 h 2254284"/>
              <a:gd name="csX4" fmla="*/ 244078 w 244078"/>
              <a:gd name="csY4" fmla="*/ 2254284 h 2254284"/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122256 w 244078"/>
              <a:gd name="csY3" fmla="*/ 168221 h 2254284"/>
              <a:gd name="csX0" fmla="*/ 244480 w 244480"/>
              <a:gd name="csY0" fmla="*/ 2254284 h 2254284"/>
              <a:gd name="csX1" fmla="*/ 402 w 244480"/>
              <a:gd name="csY1" fmla="*/ 1364424 h 2254284"/>
              <a:gd name="csX2" fmla="*/ 402 w 244480"/>
              <a:gd name="csY2" fmla="*/ 889860 h 2254284"/>
              <a:gd name="csX3" fmla="*/ 244480 w 244480"/>
              <a:gd name="csY3" fmla="*/ 0 h 2254284"/>
              <a:gd name="csX4" fmla="*/ 244480 w 244480"/>
              <a:gd name="csY4" fmla="*/ 2254284 h 2254284"/>
              <a:gd name="csX0" fmla="*/ 244480 w 244480"/>
              <a:gd name="csY0" fmla="*/ 2254284 h 2254284"/>
              <a:gd name="csX1" fmla="*/ 402 w 244480"/>
              <a:gd name="csY1" fmla="*/ 1364424 h 2254284"/>
              <a:gd name="csX2" fmla="*/ 402 w 244480"/>
              <a:gd name="csY2" fmla="*/ 889860 h 2254284"/>
              <a:gd name="csX3" fmla="*/ 122658 w 244480"/>
              <a:gd name="csY3" fmla="*/ 168221 h 2254284"/>
              <a:gd name="csX0" fmla="*/ 246805 w 246805"/>
              <a:gd name="csY0" fmla="*/ 2254284 h 2254284"/>
              <a:gd name="csX1" fmla="*/ 2727 w 246805"/>
              <a:gd name="csY1" fmla="*/ 1364424 h 2254284"/>
              <a:gd name="csX2" fmla="*/ 2727 w 246805"/>
              <a:gd name="csY2" fmla="*/ 889860 h 2254284"/>
              <a:gd name="csX3" fmla="*/ 246805 w 246805"/>
              <a:gd name="csY3" fmla="*/ 0 h 2254284"/>
              <a:gd name="csX4" fmla="*/ 246805 w 246805"/>
              <a:gd name="csY4" fmla="*/ 2254284 h 2254284"/>
              <a:gd name="csX0" fmla="*/ 246805 w 246805"/>
              <a:gd name="csY0" fmla="*/ 2254284 h 2254284"/>
              <a:gd name="csX1" fmla="*/ 2727 w 246805"/>
              <a:gd name="csY1" fmla="*/ 1364424 h 2254284"/>
              <a:gd name="csX2" fmla="*/ 2727 w 246805"/>
              <a:gd name="csY2" fmla="*/ 889860 h 2254284"/>
              <a:gd name="csX3" fmla="*/ 109272 w 246805"/>
              <a:gd name="csY3" fmla="*/ 168114 h 2254284"/>
              <a:gd name="csX0" fmla="*/ 244350 w 244350"/>
              <a:gd name="csY0" fmla="*/ 2254284 h 2254284"/>
              <a:gd name="csX1" fmla="*/ 272 w 244350"/>
              <a:gd name="csY1" fmla="*/ 1364424 h 2254284"/>
              <a:gd name="csX2" fmla="*/ 272 w 244350"/>
              <a:gd name="csY2" fmla="*/ 889860 h 2254284"/>
              <a:gd name="csX3" fmla="*/ 244350 w 244350"/>
              <a:gd name="csY3" fmla="*/ 0 h 2254284"/>
              <a:gd name="csX4" fmla="*/ 244350 w 244350"/>
              <a:gd name="csY4" fmla="*/ 2254284 h 2254284"/>
              <a:gd name="csX0" fmla="*/ 244350 w 244350"/>
              <a:gd name="csY0" fmla="*/ 2254284 h 2254284"/>
              <a:gd name="csX1" fmla="*/ 272 w 244350"/>
              <a:gd name="csY1" fmla="*/ 1364424 h 2254284"/>
              <a:gd name="csX2" fmla="*/ 272 w 244350"/>
              <a:gd name="csY2" fmla="*/ 889860 h 2254284"/>
              <a:gd name="csX3" fmla="*/ 106817 w 244350"/>
              <a:gd name="csY3" fmla="*/ 168114 h 2254284"/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244078 w 244078"/>
              <a:gd name="csY3" fmla="*/ 0 h 2254284"/>
              <a:gd name="csX4" fmla="*/ 244078 w 244078"/>
              <a:gd name="csY4" fmla="*/ 2254284 h 2254284"/>
              <a:gd name="csX0" fmla="*/ 244078 w 244078"/>
              <a:gd name="csY0" fmla="*/ 2254284 h 2254284"/>
              <a:gd name="csX1" fmla="*/ 0 w 244078"/>
              <a:gd name="csY1" fmla="*/ 1364424 h 2254284"/>
              <a:gd name="csX2" fmla="*/ 0 w 244078"/>
              <a:gd name="csY2" fmla="*/ 889860 h 2254284"/>
              <a:gd name="csX3" fmla="*/ 106545 w 244078"/>
              <a:gd name="csY3" fmla="*/ 168114 h 22542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4078" h="2254284" stroke="0" extrusionOk="0">
                <a:moveTo>
                  <a:pt x="244078" y="2254284"/>
                </a:moveTo>
                <a:cubicBezTo>
                  <a:pt x="109277" y="2254284"/>
                  <a:pt x="0" y="1855880"/>
                  <a:pt x="0" y="1364424"/>
                </a:cubicBezTo>
                <a:lnTo>
                  <a:pt x="0" y="889860"/>
                </a:lnTo>
                <a:cubicBezTo>
                  <a:pt x="0" y="398404"/>
                  <a:pt x="109277" y="0"/>
                  <a:pt x="244078" y="0"/>
                </a:cubicBezTo>
                <a:lnTo>
                  <a:pt x="244078" y="2254284"/>
                </a:lnTo>
                <a:close/>
              </a:path>
              <a:path w="244078" h="2254284" fill="none">
                <a:moveTo>
                  <a:pt x="244078" y="2254284"/>
                </a:moveTo>
                <a:cubicBezTo>
                  <a:pt x="109277" y="2254284"/>
                  <a:pt x="0" y="1855880"/>
                  <a:pt x="0" y="1364424"/>
                </a:cubicBezTo>
                <a:lnTo>
                  <a:pt x="0" y="889860"/>
                </a:lnTo>
                <a:cubicBezTo>
                  <a:pt x="0" y="398404"/>
                  <a:pt x="46908" y="296209"/>
                  <a:pt x="106545" y="168114"/>
                </a:cubicBezTo>
              </a:path>
            </a:pathLst>
          </a:custGeom>
          <a:ln w="381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F9D42AB0-81CA-469C-6F25-6C107BBB34CF}"/>
              </a:ext>
            </a:extLst>
          </p:cNvPr>
          <p:cNvSpPr/>
          <p:nvPr/>
        </p:nvSpPr>
        <p:spPr>
          <a:xfrm rot="18001017">
            <a:off x="1326690" y="1377264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EF19BBE-0C09-6531-5D0F-8F81B59828E8}"/>
              </a:ext>
            </a:extLst>
          </p:cNvPr>
          <p:cNvSpPr/>
          <p:nvPr/>
        </p:nvSpPr>
        <p:spPr>
          <a:xfrm rot="3111262">
            <a:off x="2733948" y="1095749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E989940-31AC-1265-F4DE-23F0F3E0E0B8}"/>
              </a:ext>
            </a:extLst>
          </p:cNvPr>
          <p:cNvSpPr/>
          <p:nvPr/>
        </p:nvSpPr>
        <p:spPr>
          <a:xfrm rot="18902611">
            <a:off x="1651528" y="3129274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799E0D9-4E59-6609-D71B-E4AAF657DC3B}"/>
              </a:ext>
            </a:extLst>
          </p:cNvPr>
          <p:cNvSpPr/>
          <p:nvPr/>
        </p:nvSpPr>
        <p:spPr>
          <a:xfrm rot="6705178">
            <a:off x="543676" y="2295494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561AFF8-F110-FB7B-A287-72075484219C}"/>
              </a:ext>
            </a:extLst>
          </p:cNvPr>
          <p:cNvSpPr/>
          <p:nvPr/>
        </p:nvSpPr>
        <p:spPr>
          <a:xfrm rot="17755380">
            <a:off x="1580264" y="1124626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3D56479-A609-7741-617F-CDCE28BFD520}"/>
              </a:ext>
            </a:extLst>
          </p:cNvPr>
          <p:cNvSpPr/>
          <p:nvPr/>
        </p:nvSpPr>
        <p:spPr>
          <a:xfrm rot="18226892">
            <a:off x="3786001" y="1388479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0C158919-5676-0186-C027-D547F055F72D}"/>
              </a:ext>
            </a:extLst>
          </p:cNvPr>
          <p:cNvSpPr/>
          <p:nvPr/>
        </p:nvSpPr>
        <p:spPr>
          <a:xfrm rot="6965398">
            <a:off x="3003282" y="2308160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20C1D9DF-6F68-17EE-0916-3F53A50A9FE5}"/>
              </a:ext>
            </a:extLst>
          </p:cNvPr>
          <p:cNvSpPr/>
          <p:nvPr/>
        </p:nvSpPr>
        <p:spPr>
          <a:xfrm rot="5718717">
            <a:off x="1415485" y="4430925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272641-A539-A402-5C94-67B00CCA7A40}"/>
              </a:ext>
            </a:extLst>
          </p:cNvPr>
          <p:cNvSpPr txBox="1"/>
          <p:nvPr/>
        </p:nvSpPr>
        <p:spPr>
          <a:xfrm>
            <a:off x="89506" y="2127424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C6EDA8-801A-CA11-32FA-BEA4C06FED72}"/>
              </a:ext>
            </a:extLst>
          </p:cNvPr>
          <p:cNvSpPr txBox="1"/>
          <p:nvPr/>
        </p:nvSpPr>
        <p:spPr>
          <a:xfrm>
            <a:off x="1676850" y="690259"/>
            <a:ext cx="465102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NL" sz="2400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4D5C61-5F12-7800-FF58-A537533EE72D}"/>
              </a:ext>
            </a:extLst>
          </p:cNvPr>
          <p:cNvSpPr txBox="1"/>
          <p:nvPr/>
        </p:nvSpPr>
        <p:spPr>
          <a:xfrm>
            <a:off x="2658616" y="2141876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FA244C-0E78-A9B3-019B-D058571B753C}"/>
              </a:ext>
            </a:extLst>
          </p:cNvPr>
          <p:cNvSpPr txBox="1"/>
          <p:nvPr/>
        </p:nvSpPr>
        <p:spPr>
          <a:xfrm>
            <a:off x="3925283" y="1137204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F0FED2-336F-970C-1A3A-5039CD76E598}"/>
              </a:ext>
            </a:extLst>
          </p:cNvPr>
          <p:cNvSpPr txBox="1"/>
          <p:nvPr/>
        </p:nvSpPr>
        <p:spPr>
          <a:xfrm>
            <a:off x="1252869" y="3924787"/>
            <a:ext cx="400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9B0A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</a:t>
            </a:r>
            <a:endParaRPr lang="en-NL" sz="3200" dirty="0">
              <a:solidFill>
                <a:srgbClr val="09B0AC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7E0274-5551-7687-6A7B-44C33E25B529}"/>
              </a:ext>
            </a:extLst>
          </p:cNvPr>
          <p:cNvSpPr txBox="1"/>
          <p:nvPr/>
        </p:nvSpPr>
        <p:spPr>
          <a:xfrm>
            <a:off x="2402402" y="689358"/>
            <a:ext cx="465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7DB700-D48B-38DC-E0BB-D2338A9B396F}"/>
              </a:ext>
            </a:extLst>
          </p:cNvPr>
          <p:cNvSpPr txBox="1"/>
          <p:nvPr/>
        </p:nvSpPr>
        <p:spPr>
          <a:xfrm>
            <a:off x="2814151" y="3871838"/>
            <a:ext cx="465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b="1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FB793-DDC1-221E-B6B5-289DD2D49C4D}"/>
              </a:ext>
            </a:extLst>
          </p:cNvPr>
          <p:cNvSpPr txBox="1"/>
          <p:nvPr/>
        </p:nvSpPr>
        <p:spPr>
          <a:xfrm>
            <a:off x="1673919" y="2658422"/>
            <a:ext cx="465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—</a:t>
            </a:r>
            <a:r>
              <a:rPr lang="en-US" sz="3200" dirty="0">
                <a:solidFill>
                  <a:srgbClr val="7D011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endParaRPr lang="en-NL" sz="3200" dirty="0">
              <a:solidFill>
                <a:srgbClr val="7D011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1" name="Left Bracket 50">
            <a:extLst>
              <a:ext uri="{FF2B5EF4-FFF2-40B4-BE49-F238E27FC236}">
                <a16:creationId xmlns:a16="http://schemas.microsoft.com/office/drawing/2014/main" id="{FB1F1BEE-2A54-F094-25F2-CF535A7C8FF9}"/>
              </a:ext>
            </a:extLst>
          </p:cNvPr>
          <p:cNvSpPr/>
          <p:nvPr/>
        </p:nvSpPr>
        <p:spPr>
          <a:xfrm rot="1703370" flipH="1">
            <a:off x="3109204" y="3643571"/>
            <a:ext cx="322790" cy="996209"/>
          </a:xfrm>
          <a:custGeom>
            <a:avLst/>
            <a:gdLst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244941 w 322790"/>
              <a:gd name="csY0" fmla="*/ 947460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75247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4" fmla="*/ 322790 w 322790"/>
              <a:gd name="csY4" fmla="*/ 975247 h 975247"/>
              <a:gd name="csX0" fmla="*/ 244941 w 322790"/>
              <a:gd name="csY0" fmla="*/ 947460 h 975247"/>
              <a:gd name="csX1" fmla="*/ 0 w 322790"/>
              <a:gd name="csY1" fmla="*/ 487623 h 975247"/>
              <a:gd name="csX2" fmla="*/ 0 w 322790"/>
              <a:gd name="csY2" fmla="*/ 487624 h 975247"/>
              <a:gd name="csX3" fmla="*/ 322790 w 322790"/>
              <a:gd name="csY3" fmla="*/ 0 h 975247"/>
              <a:gd name="csX0" fmla="*/ 322790 w 322790"/>
              <a:gd name="csY0" fmla="*/ 996209 h 996209"/>
              <a:gd name="csX1" fmla="*/ 0 w 322790"/>
              <a:gd name="csY1" fmla="*/ 508585 h 996209"/>
              <a:gd name="csX2" fmla="*/ 0 w 322790"/>
              <a:gd name="csY2" fmla="*/ 508586 h 996209"/>
              <a:gd name="csX3" fmla="*/ 322790 w 322790"/>
              <a:gd name="csY3" fmla="*/ 20962 h 996209"/>
              <a:gd name="csX4" fmla="*/ 322790 w 322790"/>
              <a:gd name="csY4" fmla="*/ 996209 h 996209"/>
              <a:gd name="csX0" fmla="*/ 244941 w 322790"/>
              <a:gd name="csY0" fmla="*/ 968422 h 996209"/>
              <a:gd name="csX1" fmla="*/ 0 w 322790"/>
              <a:gd name="csY1" fmla="*/ 508585 h 996209"/>
              <a:gd name="csX2" fmla="*/ 0 w 322790"/>
              <a:gd name="csY2" fmla="*/ 508586 h 996209"/>
              <a:gd name="csX3" fmla="*/ 246661 w 322790"/>
              <a:gd name="csY3" fmla="*/ 0 h 996209"/>
              <a:gd name="csX0" fmla="*/ 322790 w 322790"/>
              <a:gd name="csY0" fmla="*/ 996209 h 996209"/>
              <a:gd name="csX1" fmla="*/ 0 w 322790"/>
              <a:gd name="csY1" fmla="*/ 508585 h 996209"/>
              <a:gd name="csX2" fmla="*/ 0 w 322790"/>
              <a:gd name="csY2" fmla="*/ 508586 h 996209"/>
              <a:gd name="csX3" fmla="*/ 322790 w 322790"/>
              <a:gd name="csY3" fmla="*/ 20962 h 996209"/>
              <a:gd name="csX4" fmla="*/ 322790 w 322790"/>
              <a:gd name="csY4" fmla="*/ 996209 h 996209"/>
              <a:gd name="csX0" fmla="*/ 244941 w 322790"/>
              <a:gd name="csY0" fmla="*/ 968422 h 996209"/>
              <a:gd name="csX1" fmla="*/ 0 w 322790"/>
              <a:gd name="csY1" fmla="*/ 508585 h 996209"/>
              <a:gd name="csX2" fmla="*/ 0 w 322790"/>
              <a:gd name="csY2" fmla="*/ 508586 h 996209"/>
              <a:gd name="csX3" fmla="*/ 246661 w 322790"/>
              <a:gd name="csY3" fmla="*/ 0 h 996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22790" h="996209" stroke="0" extrusionOk="0">
                <a:moveTo>
                  <a:pt x="322790" y="996209"/>
                </a:moveTo>
                <a:cubicBezTo>
                  <a:pt x="144518" y="996209"/>
                  <a:pt x="0" y="777892"/>
                  <a:pt x="0" y="508585"/>
                </a:cubicBezTo>
                <a:lnTo>
                  <a:pt x="0" y="508586"/>
                </a:lnTo>
                <a:cubicBezTo>
                  <a:pt x="0" y="239279"/>
                  <a:pt x="144518" y="20962"/>
                  <a:pt x="322790" y="20962"/>
                </a:cubicBezTo>
                <a:lnTo>
                  <a:pt x="322790" y="996209"/>
                </a:lnTo>
                <a:close/>
              </a:path>
              <a:path w="322790" h="996209" fill="none">
                <a:moveTo>
                  <a:pt x="244941" y="968422"/>
                </a:moveTo>
                <a:cubicBezTo>
                  <a:pt x="98268" y="903348"/>
                  <a:pt x="0" y="777892"/>
                  <a:pt x="0" y="508585"/>
                </a:cubicBezTo>
                <a:lnTo>
                  <a:pt x="0" y="508586"/>
                </a:lnTo>
                <a:cubicBezTo>
                  <a:pt x="0" y="239279"/>
                  <a:pt x="83520" y="65361"/>
                  <a:pt x="246661" y="0"/>
                </a:cubicBezTo>
              </a:path>
            </a:pathLst>
          </a:custGeom>
          <a:ln w="381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72AF958-0D09-761A-46AC-5C9873159CF6}"/>
              </a:ext>
            </a:extLst>
          </p:cNvPr>
          <p:cNvSpPr/>
          <p:nvPr/>
        </p:nvSpPr>
        <p:spPr>
          <a:xfrm rot="16200000" flipH="1">
            <a:off x="2876678" y="4447823"/>
            <a:ext cx="149415" cy="134471"/>
          </a:xfrm>
          <a:prstGeom prst="triangle">
            <a:avLst/>
          </a:prstGeom>
          <a:solidFill>
            <a:srgbClr val="7D0112"/>
          </a:solidFill>
          <a:ln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D29C2B3-4DEF-B114-CD24-07B891890F2A}"/>
              </a:ext>
            </a:extLst>
          </p:cNvPr>
          <p:cNvSpPr>
            <a:spLocks noChangeAspect="1"/>
          </p:cNvSpPr>
          <p:nvPr/>
        </p:nvSpPr>
        <p:spPr>
          <a:xfrm>
            <a:off x="2790544" y="2319810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Exhaustion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DC20456-EDF5-D3A3-33B7-34B58C9065E5}"/>
              </a:ext>
            </a:extLst>
          </p:cNvPr>
          <p:cNvSpPr>
            <a:spLocks noChangeAspect="1"/>
          </p:cNvSpPr>
          <p:nvPr/>
        </p:nvSpPr>
        <p:spPr>
          <a:xfrm>
            <a:off x="307559" y="117482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Resources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A34AF3D-141F-5B1B-57D8-612AEDC58F1B}"/>
              </a:ext>
            </a:extLst>
          </p:cNvPr>
          <p:cNvSpPr>
            <a:spLocks noChangeAspect="1"/>
          </p:cNvSpPr>
          <p:nvPr/>
        </p:nvSpPr>
        <p:spPr>
          <a:xfrm>
            <a:off x="307559" y="2319811"/>
            <a:ext cx="1380565" cy="1380565"/>
          </a:xfrm>
          <a:prstGeom prst="ellipse">
            <a:avLst/>
          </a:prstGeom>
          <a:solidFill>
            <a:srgbClr val="09B0AC"/>
          </a:solidFill>
          <a:ln w="190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Engagement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EA9D42D-A84E-C670-B808-F2675095D298}"/>
              </a:ext>
            </a:extLst>
          </p:cNvPr>
          <p:cNvSpPr>
            <a:spLocks noChangeAspect="1"/>
          </p:cNvSpPr>
          <p:nvPr/>
        </p:nvSpPr>
        <p:spPr>
          <a:xfrm>
            <a:off x="1533116" y="4016076"/>
            <a:ext cx="1380565" cy="1380565"/>
          </a:xfrm>
          <a:prstGeom prst="ellipse">
            <a:avLst/>
          </a:prstGeom>
          <a:solidFill>
            <a:srgbClr val="B4771A"/>
          </a:solidFill>
          <a:ln w="19050">
            <a:solidFill>
              <a:srgbClr val="B47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</a:t>
            </a:r>
            <a:endParaRPr lang="en-NL" sz="1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FB2EE0A-4F9B-0322-B077-D70D9BC719FE}"/>
              </a:ext>
            </a:extLst>
          </p:cNvPr>
          <p:cNvSpPr>
            <a:spLocks noChangeAspect="1"/>
          </p:cNvSpPr>
          <p:nvPr/>
        </p:nvSpPr>
        <p:spPr>
          <a:xfrm>
            <a:off x="2790544" y="117481"/>
            <a:ext cx="1380565" cy="1380565"/>
          </a:xfrm>
          <a:prstGeom prst="ellipse">
            <a:avLst/>
          </a:prstGeom>
          <a:solidFill>
            <a:srgbClr val="7D0112"/>
          </a:solidFill>
          <a:ln w="190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Demands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22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150E01-20D5-C749-9263-698A7CC2DF70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2755075" y="1585174"/>
            <a:ext cx="1601621" cy="1499884"/>
          </a:xfrm>
          <a:prstGeom prst="line">
            <a:avLst/>
          </a:prstGeom>
          <a:ln w="28575" cap="rnd">
            <a:solidFill>
              <a:srgbClr val="7D0112"/>
            </a:solidFill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994976-CD7C-C19C-7EDC-2EADEE7B0216}"/>
              </a:ext>
            </a:extLst>
          </p:cNvPr>
          <p:cNvCxnSpPr>
            <a:cxnSpLocks/>
          </p:cNvCxnSpPr>
          <p:nvPr/>
        </p:nvCxnSpPr>
        <p:spPr>
          <a:xfrm flipH="1" flipV="1">
            <a:off x="2564202" y="703387"/>
            <a:ext cx="1882414" cy="1745058"/>
          </a:xfrm>
          <a:prstGeom prst="line">
            <a:avLst/>
          </a:prstGeom>
          <a:ln w="254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7F68F18-6D5F-289B-F57C-0F40BFBE9CD6}"/>
              </a:ext>
            </a:extLst>
          </p:cNvPr>
          <p:cNvSpPr/>
          <p:nvPr/>
        </p:nvSpPr>
        <p:spPr>
          <a:xfrm>
            <a:off x="952500" y="483870"/>
            <a:ext cx="1965960" cy="1017270"/>
          </a:xfrm>
          <a:prstGeom prst="rect">
            <a:avLst/>
          </a:prstGeom>
          <a:solidFill>
            <a:srgbClr val="09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Energy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E337F5-FA7A-35F5-C893-53A671DE61EE}"/>
              </a:ext>
            </a:extLst>
          </p:cNvPr>
          <p:cNvSpPr/>
          <p:nvPr/>
        </p:nvSpPr>
        <p:spPr>
          <a:xfrm>
            <a:off x="4446616" y="483870"/>
            <a:ext cx="1965960" cy="1017270"/>
          </a:xfrm>
          <a:prstGeom prst="rect">
            <a:avLst/>
          </a:prstGeom>
          <a:solidFill>
            <a:srgbClr val="09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Energy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A5F52F-81F1-DCEC-D552-6EB019C68FA2}"/>
              </a:ext>
            </a:extLst>
          </p:cNvPr>
          <p:cNvSpPr/>
          <p:nvPr/>
        </p:nvSpPr>
        <p:spPr>
          <a:xfrm>
            <a:off x="4446616" y="2448445"/>
            <a:ext cx="1965960" cy="1017270"/>
          </a:xfrm>
          <a:prstGeom prst="rect">
            <a:avLst/>
          </a:prstGeom>
          <a:solidFill>
            <a:srgbClr val="7D01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2)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FF8EF4AD-76F4-C7BA-CA2F-BA081361AF63}"/>
              </a:ext>
            </a:extLst>
          </p:cNvPr>
          <p:cNvSpPr/>
          <p:nvPr/>
        </p:nvSpPr>
        <p:spPr>
          <a:xfrm rot="5400000">
            <a:off x="4304673" y="925269"/>
            <a:ext cx="149415" cy="134471"/>
          </a:xfrm>
          <a:prstGeom prst="triangle">
            <a:avLst/>
          </a:prstGeom>
          <a:solidFill>
            <a:srgbClr val="09B0AC"/>
          </a:solidFill>
          <a:ln w="63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2F51D2-27B7-DE2E-9E7D-BBE1897E2197}"/>
              </a:ext>
            </a:extLst>
          </p:cNvPr>
          <p:cNvCxnSpPr>
            <a:cxnSpLocks/>
            <a:stCxn id="9" idx="0"/>
            <a:endCxn id="3" idx="3"/>
          </p:cNvCxnSpPr>
          <p:nvPr/>
        </p:nvCxnSpPr>
        <p:spPr>
          <a:xfrm flipH="1">
            <a:off x="2918460" y="992505"/>
            <a:ext cx="1528156" cy="0"/>
          </a:xfrm>
          <a:prstGeom prst="line">
            <a:avLst/>
          </a:prstGeom>
          <a:ln w="254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9A35A0DF-52D1-8A1B-1364-E115689EF033}"/>
              </a:ext>
            </a:extLst>
          </p:cNvPr>
          <p:cNvSpPr/>
          <p:nvPr/>
        </p:nvSpPr>
        <p:spPr>
          <a:xfrm rot="5400000">
            <a:off x="4304673" y="2910282"/>
            <a:ext cx="149415" cy="134471"/>
          </a:xfrm>
          <a:prstGeom prst="triangle">
            <a:avLst/>
          </a:prstGeom>
          <a:solidFill>
            <a:srgbClr val="7D0112"/>
          </a:solidFill>
          <a:ln w="63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1665C3-3926-30B0-97EC-093FD1694CB9}"/>
              </a:ext>
            </a:extLst>
          </p:cNvPr>
          <p:cNvCxnSpPr>
            <a:cxnSpLocks/>
            <a:stCxn id="16" idx="0"/>
          </p:cNvCxnSpPr>
          <p:nvPr/>
        </p:nvCxnSpPr>
        <p:spPr>
          <a:xfrm flipH="1">
            <a:off x="2918460" y="2977518"/>
            <a:ext cx="1528156" cy="0"/>
          </a:xfrm>
          <a:prstGeom prst="line">
            <a:avLst/>
          </a:prstGeom>
          <a:ln w="254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5B070A8-2046-E65C-F4F6-1598A1639005}"/>
              </a:ext>
            </a:extLst>
          </p:cNvPr>
          <p:cNvSpPr/>
          <p:nvPr/>
        </p:nvSpPr>
        <p:spPr>
          <a:xfrm rot="7754216">
            <a:off x="4332950" y="2347378"/>
            <a:ext cx="149415" cy="134471"/>
          </a:xfrm>
          <a:prstGeom prst="triangle">
            <a:avLst/>
          </a:prstGeom>
          <a:solidFill>
            <a:srgbClr val="09B0AC"/>
          </a:solidFill>
          <a:ln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27A003F-1F5E-4C4C-BA20-DF92183F6C08}"/>
              </a:ext>
            </a:extLst>
          </p:cNvPr>
          <p:cNvSpPr>
            <a:spLocks noChangeAspect="1"/>
          </p:cNvSpPr>
          <p:nvPr/>
        </p:nvSpPr>
        <p:spPr>
          <a:xfrm rot="2918061">
            <a:off x="4332449" y="1473505"/>
            <a:ext cx="149415" cy="134471"/>
          </a:xfrm>
          <a:prstGeom prst="triangle">
            <a:avLst/>
          </a:prstGeom>
          <a:solidFill>
            <a:srgbClr val="7D0112"/>
          </a:solidFill>
          <a:ln w="63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251B1966-44EF-50ED-7496-F70DD5DCC326}"/>
              </a:ext>
            </a:extLst>
          </p:cNvPr>
          <p:cNvSpPr/>
          <p:nvPr/>
        </p:nvSpPr>
        <p:spPr>
          <a:xfrm>
            <a:off x="681857" y="1484282"/>
            <a:ext cx="283911" cy="975247"/>
          </a:xfrm>
          <a:prstGeom prst="leftBracket">
            <a:avLst>
              <a:gd name="adj" fmla="val 220331"/>
            </a:avLst>
          </a:prstGeom>
          <a:noFill/>
          <a:ln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66435A10-AB52-8692-6625-59AF02955E2E}"/>
              </a:ext>
            </a:extLst>
          </p:cNvPr>
          <p:cNvSpPr/>
          <p:nvPr/>
        </p:nvSpPr>
        <p:spPr>
          <a:xfrm rot="6705178">
            <a:off x="827380" y="2367976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CE9D9F-6453-A5DE-43C4-AE7C9D60EB28}"/>
              </a:ext>
            </a:extLst>
          </p:cNvPr>
          <p:cNvSpPr/>
          <p:nvPr/>
        </p:nvSpPr>
        <p:spPr>
          <a:xfrm>
            <a:off x="952500" y="2448445"/>
            <a:ext cx="1965960" cy="1017270"/>
          </a:xfrm>
          <a:prstGeom prst="rect">
            <a:avLst/>
          </a:prstGeom>
          <a:solidFill>
            <a:srgbClr val="7D01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Job Demands</a:t>
            </a:r>
            <a:b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(Wave 1)</a:t>
            </a:r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69C169B-D89F-403C-2E00-331CF9E5C991}"/>
              </a:ext>
            </a:extLst>
          </p:cNvPr>
          <p:cNvSpPr/>
          <p:nvPr/>
        </p:nvSpPr>
        <p:spPr>
          <a:xfrm rot="3724999">
            <a:off x="831633" y="1438433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350E1EF-772E-8A0E-D7E1-62D51C892249}"/>
              </a:ext>
            </a:extLst>
          </p:cNvPr>
          <p:cNvCxnSpPr>
            <a:cxnSpLocks/>
            <a:stCxn id="32" idx="3"/>
            <a:endCxn id="5" idx="0"/>
          </p:cNvCxnSpPr>
          <p:nvPr/>
        </p:nvCxnSpPr>
        <p:spPr>
          <a:xfrm>
            <a:off x="5428572" y="1631632"/>
            <a:ext cx="1024" cy="124188"/>
          </a:xfrm>
          <a:prstGeom prst="line">
            <a:avLst/>
          </a:prstGeom>
          <a:ln w="25400">
            <a:solidFill>
              <a:srgbClr val="09B0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94662948-347B-F1A5-0FDC-CD4E48D6B9BF}"/>
              </a:ext>
            </a:extLst>
          </p:cNvPr>
          <p:cNvSpPr/>
          <p:nvPr/>
        </p:nvSpPr>
        <p:spPr>
          <a:xfrm>
            <a:off x="5353864" y="1497161"/>
            <a:ext cx="149415" cy="134471"/>
          </a:xfrm>
          <a:prstGeom prst="triangle">
            <a:avLst/>
          </a:prstGeom>
          <a:solidFill>
            <a:srgbClr val="09B0AC"/>
          </a:solidFill>
          <a:ln w="63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B6D6EA-1097-84A1-4DAD-ABEF949CA801}"/>
              </a:ext>
            </a:extLst>
          </p:cNvPr>
          <p:cNvCxnSpPr>
            <a:cxnSpLocks/>
          </p:cNvCxnSpPr>
          <p:nvPr/>
        </p:nvCxnSpPr>
        <p:spPr>
          <a:xfrm>
            <a:off x="5432213" y="2020421"/>
            <a:ext cx="2583" cy="289200"/>
          </a:xfrm>
          <a:prstGeom prst="line">
            <a:avLst/>
          </a:prstGeom>
          <a:ln w="25400">
            <a:solidFill>
              <a:srgbClr val="7D01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C54FCDD3-AD3A-1DCC-446B-24C643FAC8F1}"/>
              </a:ext>
            </a:extLst>
          </p:cNvPr>
          <p:cNvSpPr/>
          <p:nvPr/>
        </p:nvSpPr>
        <p:spPr>
          <a:xfrm flipV="1">
            <a:off x="5352714" y="2309621"/>
            <a:ext cx="149415" cy="134471"/>
          </a:xfrm>
          <a:prstGeom prst="triangle">
            <a:avLst/>
          </a:prstGeom>
          <a:solidFill>
            <a:srgbClr val="7D0112"/>
          </a:solidFill>
          <a:ln w="635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13CAB6B8-0D9B-2B8D-CC7F-FEFFCF08D4E5}"/>
              </a:ext>
            </a:extLst>
          </p:cNvPr>
          <p:cNvSpPr/>
          <p:nvPr/>
        </p:nvSpPr>
        <p:spPr>
          <a:xfrm rot="17875001" flipH="1">
            <a:off x="11485001" y="2242385"/>
            <a:ext cx="149415" cy="134471"/>
          </a:xfrm>
          <a:prstGeom prst="triangle">
            <a:avLst/>
          </a:prstGeom>
          <a:solidFill>
            <a:srgbClr val="09B0AC"/>
          </a:solidFill>
          <a:ln w="635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3" name="Left Bracket 42">
            <a:extLst>
              <a:ext uri="{FF2B5EF4-FFF2-40B4-BE49-F238E27FC236}">
                <a16:creationId xmlns:a16="http://schemas.microsoft.com/office/drawing/2014/main" id="{7ED4F527-8B9D-4B8D-B4B1-4622ABBA809C}"/>
              </a:ext>
            </a:extLst>
          </p:cNvPr>
          <p:cNvSpPr/>
          <p:nvPr/>
        </p:nvSpPr>
        <p:spPr>
          <a:xfrm flipH="1">
            <a:off x="5519594" y="1845820"/>
            <a:ext cx="245423" cy="264577"/>
          </a:xfrm>
          <a:prstGeom prst="leftBracket">
            <a:avLst>
              <a:gd name="adj" fmla="val 220331"/>
            </a:avLst>
          </a:prstGeom>
          <a:noFill/>
          <a:ln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927EEC1C-3D2B-35EC-61AB-0EE069315D3B}"/>
              </a:ext>
            </a:extLst>
          </p:cNvPr>
          <p:cNvSpPr/>
          <p:nvPr/>
        </p:nvSpPr>
        <p:spPr>
          <a:xfrm rot="15267972" flipH="1">
            <a:off x="5505809" y="2026556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D38A8A9B-DC01-8168-E250-56E24FBB5382}"/>
              </a:ext>
            </a:extLst>
          </p:cNvPr>
          <p:cNvSpPr/>
          <p:nvPr/>
        </p:nvSpPr>
        <p:spPr>
          <a:xfrm rot="17113809" flipH="1">
            <a:off x="5505805" y="1795552"/>
            <a:ext cx="149415" cy="134471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8FF3FC-2CF7-BC10-ADC7-EF3964122A91}"/>
              </a:ext>
            </a:extLst>
          </p:cNvPr>
          <p:cNvSpPr>
            <a:spLocks noChangeAspect="1"/>
          </p:cNvSpPr>
          <p:nvPr/>
        </p:nvSpPr>
        <p:spPr>
          <a:xfrm>
            <a:off x="5339596" y="1755820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9B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012C3A-C55B-1AAC-798A-A031D80FF05A}"/>
              </a:ext>
            </a:extLst>
          </p:cNvPr>
          <p:cNvSpPr>
            <a:spLocks noChangeAspect="1"/>
          </p:cNvSpPr>
          <p:nvPr/>
        </p:nvSpPr>
        <p:spPr>
          <a:xfrm>
            <a:off x="5339863" y="2020421"/>
            <a:ext cx="180000" cy="180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7D01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NL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4B11B0-47E8-44E5-A688-47E42C1E9151}"/>
              </a:ext>
            </a:extLst>
          </p:cNvPr>
          <p:cNvSpPr txBox="1"/>
          <p:nvPr/>
        </p:nvSpPr>
        <p:spPr>
          <a:xfrm>
            <a:off x="3312722" y="665522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09B0A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C3F098-29A6-F96C-A907-28A473C781F2}"/>
              </a:ext>
            </a:extLst>
          </p:cNvPr>
          <p:cNvSpPr txBox="1"/>
          <p:nvPr/>
        </p:nvSpPr>
        <p:spPr>
          <a:xfrm>
            <a:off x="3326549" y="2608187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7D011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63B5A6-21AE-F4F5-784C-E4A7603E547F}"/>
              </a:ext>
            </a:extLst>
          </p:cNvPr>
          <p:cNvSpPr txBox="1"/>
          <p:nvPr/>
        </p:nvSpPr>
        <p:spPr>
          <a:xfrm>
            <a:off x="53518" y="1767868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6E509F-8FBA-6032-946E-23B5E6C07313}"/>
              </a:ext>
            </a:extLst>
          </p:cNvPr>
          <p:cNvSpPr txBox="1"/>
          <p:nvPr/>
        </p:nvSpPr>
        <p:spPr>
          <a:xfrm>
            <a:off x="5765017" y="1773041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740A0D-F645-451E-C18A-5E21AC8D0204}"/>
              </a:ext>
            </a:extLst>
          </p:cNvPr>
          <p:cNvSpPr txBox="1"/>
          <p:nvPr/>
        </p:nvSpPr>
        <p:spPr>
          <a:xfrm>
            <a:off x="2871354" y="1501285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9B0A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09B0AC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603E0E-1062-9780-F9CC-5ECB4FEBC8D6}"/>
              </a:ext>
            </a:extLst>
          </p:cNvPr>
          <p:cNvSpPr txBox="1"/>
          <p:nvPr/>
        </p:nvSpPr>
        <p:spPr>
          <a:xfrm>
            <a:off x="2886749" y="2099494"/>
            <a:ext cx="74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D011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1.34</a:t>
            </a:r>
            <a:endParaRPr lang="en-NL" dirty="0">
              <a:solidFill>
                <a:srgbClr val="7D011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12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63</Paragraphs>
  <Slides>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Lato</vt:lpstr>
      <vt:lpstr>Lato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Kyra Evers</dc:creator>
  <cp:keywords/>
  <dc:description>generated using python-pptx</dc:description>
  <cp:lastModifiedBy>Kyra Evers</cp:lastModifiedBy>
  <cp:revision>29</cp:revision>
  <dcterms:created xsi:type="dcterms:W3CDTF">2013-01-27T09:14:16Z</dcterms:created>
  <dcterms:modified xsi:type="dcterms:W3CDTF">2026-07-08T21:34:55Z</dcterms:modified>
  <cp:category/>
</cp:coreProperties>
</file>